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1115568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C2B40"/>
                </a:solidFill>
                <a:latin typeface="Microsoft YaHei"/>
              </a:rPr>
              <a:t>同一图对象连接 Python 与桌面工作流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" y="813816"/>
            <a:ext cx="11256264" cy="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488" y="6492240"/>
            <a:ext cx="10881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Microsoft YaHei"/>
              </a:rPr>
              <a:t>来源：共享制造图与 OBJ 曲面示例；图形为可编辑矢量，截图为原始 APP 位图。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A7A8A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2203704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C2B40"/>
                </a:solidFill>
                <a:latin typeface="Microsoft YaHei"/>
              </a:rPr>
              <a:t>方形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8371" y="3457576"/>
            <a:ext cx="398724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97095" y="3353564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32517" y="3353564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613916" y="3058852"/>
            <a:ext cx="54916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509904" y="2923430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09904" y="2542032"/>
            <a:ext cx="104012" cy="3813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215192" y="2487115"/>
            <a:ext cx="398724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79770" y="2487115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98371" y="2542032"/>
            <a:ext cx="381399" cy="1040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43455" y="2542032"/>
            <a:ext cx="54916" cy="3987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3455" y="2940755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8371" y="3076177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13916" y="3457576"/>
            <a:ext cx="398723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12639" y="3353564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8061" y="3353564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29460" y="3058852"/>
            <a:ext cx="54916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25448" y="2923430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25448" y="2542032"/>
            <a:ext cx="104012" cy="3813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130736" y="2487115"/>
            <a:ext cx="398724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995314" y="2487115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13916" y="2542032"/>
            <a:ext cx="381398" cy="1040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558999" y="2542032"/>
            <a:ext cx="54917" cy="3987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58999" y="2940755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613916" y="3076177"/>
            <a:ext cx="104011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371" y="2542032"/>
            <a:ext cx="398724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7095" y="2438020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32517" y="2438020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613916" y="2143308"/>
            <a:ext cx="54916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509904" y="2007886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509904" y="1626487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215192" y="1571571"/>
            <a:ext cx="398724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079770" y="1571571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98371" y="1626487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43455" y="1626487"/>
            <a:ext cx="54916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3455" y="2025211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98371" y="2160633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613916" y="2542032"/>
            <a:ext cx="398723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012639" y="2438020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48061" y="2438020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29460" y="2143308"/>
            <a:ext cx="54916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425448" y="2007886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425448" y="1626487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130736" y="1571571"/>
            <a:ext cx="398724" cy="549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995314" y="1571571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1613916" y="1626487"/>
            <a:ext cx="381398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58999" y="1626487"/>
            <a:ext cx="54917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58999" y="2025211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13916" y="2160633"/>
            <a:ext cx="104011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215192" y="3402659"/>
            <a:ext cx="398724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79770" y="3402659"/>
            <a:ext cx="135422" cy="1589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98371" y="3457576"/>
            <a:ext cx="381399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98371" y="3058852"/>
            <a:ext cx="54917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594360" y="2923430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4360" y="2542032"/>
            <a:ext cx="104011" cy="3813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130736" y="3402659"/>
            <a:ext cx="398724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995314" y="3402659"/>
            <a:ext cx="135422" cy="1589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613916" y="3457576"/>
            <a:ext cx="381398" cy="104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474543" y="2542032"/>
            <a:ext cx="54917" cy="3987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474543" y="2940755"/>
            <a:ext cx="158929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2529460" y="3076177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8371" y="1626487"/>
            <a:ext cx="398724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7095" y="1522476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32517" y="1522476"/>
            <a:ext cx="381399" cy="1040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8371" y="2143308"/>
            <a:ext cx="54917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594360" y="2007886"/>
            <a:ext cx="158928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94360" y="1626487"/>
            <a:ext cx="104011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2474543" y="1626487"/>
            <a:ext cx="54917" cy="3987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474543" y="2025211"/>
            <a:ext cx="158929" cy="1354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2529460" y="2160633"/>
            <a:ext cx="104012" cy="381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613916" y="1626487"/>
            <a:ext cx="398723" cy="549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012639" y="1522476"/>
            <a:ext cx="135422" cy="1589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148061" y="1522476"/>
            <a:ext cx="381399" cy="1040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12064" y="3666744"/>
            <a:ext cx="220370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57 节点 · 72 条独立边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71216" y="1005840"/>
            <a:ext cx="2203704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C2B40"/>
                </a:solidFill>
                <a:latin typeface="Microsoft YaHei"/>
              </a:rPr>
              <a:t>六边形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3490690" y="3430682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15235" y="3311271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744717" y="3265598"/>
            <a:ext cx="228351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973068" y="3055520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3918266" y="2984170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918266" y="2783220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3777457" y="2649247"/>
            <a:ext cx="195611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664239" y="2649247"/>
            <a:ext cx="113218" cy="480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3490690" y="2542032"/>
            <a:ext cx="173549" cy="1552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266145" y="2542032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3236663" y="2618136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3008313" y="2737547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2979378" y="2783220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979378" y="2993298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3008313" y="3064648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08313" y="3265598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203923" y="3351510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317141" y="3351510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455445" y="3430682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679990" y="3311271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709472" y="3265598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937822" y="3055520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4883021" y="2984170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883021" y="2783220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4742212" y="2649247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4628994" y="2649247"/>
            <a:ext cx="113218" cy="480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4455445" y="2542032"/>
            <a:ext cx="173549" cy="1552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4230900" y="2542032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4201418" y="2618136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973068" y="2737547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3944133" y="2783220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944133" y="2993298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3973068" y="3064648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973068" y="3265598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168678" y="3351510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281896" y="3351510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490690" y="2465927"/>
            <a:ext cx="224545" cy="761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715235" y="2346516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744717" y="2300843"/>
            <a:ext cx="228351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973068" y="2090765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3918266" y="2019415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918266" y="1818465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3777457" y="1684492"/>
            <a:ext cx="195611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3664239" y="1684492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3490690" y="1577277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3266145" y="1577277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3236663" y="1653381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3008313" y="1772792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2979378" y="1818465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979378" y="2028543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3008313" y="2099893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008313" y="2300843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203923" y="2386756"/>
            <a:ext cx="113218" cy="480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317141" y="2386756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4455445" y="2465927"/>
            <a:ext cx="224545" cy="761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679990" y="2346516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709472" y="2300843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937822" y="2090765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4883021" y="2019415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883021" y="1818465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 flipV="1">
            <a:off x="4742212" y="1684492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4628994" y="1684492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 flipV="1">
            <a:off x="4455445" y="1577277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4230900" y="1577277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4201418" y="1653381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3973068" y="1772792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3944133" y="1818465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944133" y="2028543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3973068" y="2099893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973068" y="2300843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4168678" y="2386756"/>
            <a:ext cx="113218" cy="480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281896" y="2386756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3748523" y="3265598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3719040" y="3341702"/>
            <a:ext cx="29483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3490690" y="3461113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490690" y="2542032"/>
            <a:ext cx="195611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3686301" y="2627944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799519" y="2627944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008313" y="2707116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232858" y="2587705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262340" y="2542032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008313" y="3055520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 flipV="1">
            <a:off x="2953512" y="2984170"/>
            <a:ext cx="83735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953512" y="2783220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3295080" y="3372813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3181862" y="3372813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 flipV="1">
            <a:off x="3008313" y="3265598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4713277" y="3265598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4683795" y="3341702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4455445" y="3461113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4908888" y="2783220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908888" y="2993298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4937822" y="3064648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455445" y="2542032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651055" y="2627944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764273" y="2627944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973068" y="2707116"/>
            <a:ext cx="224544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197612" y="2587705"/>
            <a:ext cx="29483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227095" y="2542032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 flipV="1">
            <a:off x="4259834" y="3372813"/>
            <a:ext cx="195611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4146616" y="3372813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3973068" y="3265598"/>
            <a:ext cx="173548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3748523" y="2300843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3719040" y="2376947"/>
            <a:ext cx="29483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3490690" y="2496358"/>
            <a:ext cx="228350" cy="456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490690" y="1577277"/>
            <a:ext cx="195611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3686301" y="1663189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799519" y="1663189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3008313" y="1742361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3232858" y="1622950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262340" y="1577277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008313" y="2090765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2953512" y="2019415"/>
            <a:ext cx="83735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953512" y="1818465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3295080" y="2408058"/>
            <a:ext cx="195610" cy="1339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3181862" y="2408058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 flipV="1">
            <a:off x="3008313" y="2300843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>
            <a:off x="4713277" y="2300843"/>
            <a:ext cx="224545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4683795" y="2376947"/>
            <a:ext cx="29482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4455445" y="2496358"/>
            <a:ext cx="228350" cy="456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4908888" y="1818465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908888" y="2028543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>
            <a:off x="4937822" y="2099893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4455445" y="1577277"/>
            <a:ext cx="195610" cy="133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651055" y="1663189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764273" y="1663189"/>
            <a:ext cx="173549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973068" y="1742361"/>
            <a:ext cx="224544" cy="761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4197612" y="1622950"/>
            <a:ext cx="29483" cy="1194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4227095" y="1577277"/>
            <a:ext cx="228350" cy="45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 flipV="1">
            <a:off x="4259834" y="2408058"/>
            <a:ext cx="195611" cy="1339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4146616" y="2408058"/>
            <a:ext cx="113218" cy="480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 flipV="1">
            <a:off x="3973068" y="2300843"/>
            <a:ext cx="173548" cy="1552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2871216" y="3666744"/>
            <a:ext cx="220370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106 节点 · 132 条独立边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230368" y="1005840"/>
            <a:ext cx="2203704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C2B40"/>
                </a:solidFill>
                <a:latin typeface="Microsoft YaHei"/>
              </a:rPr>
              <a:t>圆环</a:t>
            </a:r>
          </a:p>
        </p:txBody>
      </p:sp>
      <p:cxnSp>
        <p:nvCxnSpPr>
          <p:cNvPr id="215" name="Connector 214"/>
          <p:cNvCxnSpPr/>
          <p:nvPr/>
        </p:nvCxnSpPr>
        <p:spPr>
          <a:xfrm flipH="1" flipV="1">
            <a:off x="6124823" y="2808772"/>
            <a:ext cx="64659" cy="2430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 flipV="1">
            <a:off x="5994819" y="2806197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 flipV="1">
            <a:off x="5822442" y="2684769"/>
            <a:ext cx="172377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>
            <a:off x="5579404" y="2684769"/>
            <a:ext cx="243038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5576829" y="2749428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5455401" y="2879432"/>
            <a:ext cx="121428" cy="1723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5455401" y="3051810"/>
            <a:ext cx="64659" cy="2430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520060" y="3294847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650064" y="3297422"/>
            <a:ext cx="172378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5822442" y="3354191"/>
            <a:ext cx="243037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6065479" y="3224187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068054" y="3051810"/>
            <a:ext cx="121428" cy="1723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6189482" y="3051810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251645" y="3035594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6272758" y="3035594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 flipV="1">
            <a:off x="6270056" y="3043248"/>
            <a:ext cx="62164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H="1">
            <a:off x="6248944" y="3043248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 flipV="1">
            <a:off x="6189482" y="3051810"/>
            <a:ext cx="59462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5822442" y="2622606"/>
            <a:ext cx="8561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 flipV="1">
            <a:off x="5806226" y="2601493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5806226" y="2542032"/>
            <a:ext cx="16216" cy="59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5813880" y="2542032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5813880" y="2604195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5822442" y="2625307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 flipV="1">
            <a:off x="5393238" y="3043248"/>
            <a:ext cx="62163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5372125" y="3043248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 flipV="1">
            <a:off x="5312664" y="3051810"/>
            <a:ext cx="59461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312664" y="3051810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5374827" y="3035594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5395939" y="3035594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5813880" y="3418850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813880" y="3481013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5822442" y="3502126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5822442" y="3499424"/>
            <a:ext cx="8561" cy="621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 flipV="1">
            <a:off x="5806226" y="3478312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5806226" y="3418850"/>
            <a:ext cx="16216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 flipV="1">
            <a:off x="7144379" y="2808772"/>
            <a:ext cx="64659" cy="2430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 flipV="1">
            <a:off x="7014375" y="2806197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 flipV="1">
            <a:off x="6841998" y="2684769"/>
            <a:ext cx="172377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6598960" y="2684769"/>
            <a:ext cx="243038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6596385" y="2749428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6474957" y="2879432"/>
            <a:ext cx="121428" cy="1723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474957" y="3051810"/>
            <a:ext cx="64659" cy="2430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539616" y="3294847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669620" y="3297422"/>
            <a:ext cx="172378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6841998" y="3354191"/>
            <a:ext cx="243037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7085035" y="3224187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7087610" y="3051810"/>
            <a:ext cx="121428" cy="1723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7209038" y="3051810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7271201" y="3035594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7292314" y="3035594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7289612" y="3043248"/>
            <a:ext cx="62164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>
            <a:off x="7268500" y="3043248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7209038" y="3051810"/>
            <a:ext cx="59462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6841998" y="2622606"/>
            <a:ext cx="8561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6825782" y="2601493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6825782" y="2542032"/>
            <a:ext cx="16216" cy="59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6833436" y="2542032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6833436" y="2604195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>
            <a:off x="6841998" y="2625307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 flipV="1">
            <a:off x="6412794" y="3043248"/>
            <a:ext cx="62163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>
            <a:off x="6391681" y="3043248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 flipV="1">
            <a:off x="6332220" y="3051810"/>
            <a:ext cx="59461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6332220" y="3051810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6394383" y="3035594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6415495" y="3035594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6833436" y="3418850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833436" y="3481013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6841998" y="3502126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6841998" y="3499424"/>
            <a:ext cx="8561" cy="621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 flipV="1">
            <a:off x="6825782" y="3478312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6825782" y="3418850"/>
            <a:ext cx="16216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 flipV="1">
            <a:off x="6124823" y="1789216"/>
            <a:ext cx="64659" cy="2430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H="1" flipV="1">
            <a:off x="5994819" y="1786641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H="1" flipV="1">
            <a:off x="5822442" y="1665213"/>
            <a:ext cx="172377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H="1">
            <a:off x="5579404" y="1665213"/>
            <a:ext cx="243038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5576829" y="1729872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5455401" y="1859876"/>
            <a:ext cx="121428" cy="1723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5455401" y="2032254"/>
            <a:ext cx="64659" cy="2430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5520060" y="2275291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5650064" y="2277866"/>
            <a:ext cx="172378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822442" y="2334635"/>
            <a:ext cx="243037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6065479" y="2204631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6068054" y="2032254"/>
            <a:ext cx="121428" cy="1723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6189482" y="2032254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6251645" y="2016038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6272758" y="2016038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 flipV="1">
            <a:off x="6270056" y="2023692"/>
            <a:ext cx="62164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6248944" y="2023692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 flipV="1">
            <a:off x="6189482" y="2032254"/>
            <a:ext cx="59462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822442" y="1603050"/>
            <a:ext cx="8561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 flipV="1">
            <a:off x="5806226" y="1581937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806226" y="1522476"/>
            <a:ext cx="16216" cy="59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>
            <a:off x="5813880" y="1522476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813880" y="1584639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5822442" y="1605751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 flipV="1">
            <a:off x="5393238" y="2023692"/>
            <a:ext cx="62163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5372125" y="2023692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 flipV="1">
            <a:off x="5312664" y="2032254"/>
            <a:ext cx="59461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5312664" y="2032254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5374827" y="2016038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5395939" y="2016038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5813880" y="2399294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5813880" y="2461457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5822442" y="2482570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5822442" y="2479868"/>
            <a:ext cx="8561" cy="621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 flipV="1">
            <a:off x="5806226" y="2458756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5806226" y="2399294"/>
            <a:ext cx="16216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7144379" y="1789216"/>
            <a:ext cx="64659" cy="2430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 flipV="1">
            <a:off x="7014375" y="1786641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 flipV="1">
            <a:off x="6841998" y="1665213"/>
            <a:ext cx="172377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6598960" y="1665213"/>
            <a:ext cx="243038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>
            <a:off x="6596385" y="1729872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6474957" y="1859876"/>
            <a:ext cx="121428" cy="1723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6474957" y="2032254"/>
            <a:ext cx="64659" cy="2430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6539616" y="2275291"/>
            <a:ext cx="130004" cy="2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6669620" y="2277866"/>
            <a:ext cx="172378" cy="1214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841998" y="2334635"/>
            <a:ext cx="243037" cy="646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085035" y="2204631"/>
            <a:ext cx="2575" cy="1300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087610" y="2032254"/>
            <a:ext cx="121428" cy="1723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209038" y="2032254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7271201" y="2016038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7292314" y="2016038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 flipV="1">
            <a:off x="7289612" y="2023692"/>
            <a:ext cx="62164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7268500" y="2023692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 flipV="1">
            <a:off x="7209038" y="2032254"/>
            <a:ext cx="59462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6841998" y="1603050"/>
            <a:ext cx="8561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H="1" flipV="1">
            <a:off x="6825782" y="1581937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6825782" y="1522476"/>
            <a:ext cx="16216" cy="59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6833436" y="1522476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6833436" y="1584639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>
            <a:off x="6841998" y="1605751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 flipV="1">
            <a:off x="6412794" y="2023692"/>
            <a:ext cx="62163" cy="85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>
            <a:off x="6391681" y="2023692"/>
            <a:ext cx="21113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 flipV="1">
            <a:off x="6332220" y="2032254"/>
            <a:ext cx="59461" cy="162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6332220" y="2032254"/>
            <a:ext cx="62163" cy="85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6394383" y="2016038"/>
            <a:ext cx="21112" cy="2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6415495" y="2016038"/>
            <a:ext cx="59462" cy="162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>
            <a:off x="6833436" y="2399294"/>
            <a:ext cx="8562" cy="621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6833436" y="2461457"/>
            <a:ext cx="24777" cy="211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H="1">
            <a:off x="6841998" y="2482570"/>
            <a:ext cx="16215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841998" y="2479868"/>
            <a:ext cx="8561" cy="621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 flipV="1">
            <a:off x="6825782" y="2458756"/>
            <a:ext cx="24777" cy="211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825782" y="2399294"/>
            <a:ext cx="16216" cy="594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5822442" y="2684769"/>
            <a:ext cx="199005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6021447" y="2793460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6151450" y="2796036"/>
            <a:ext cx="38032" cy="2557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5455401" y="2852804"/>
            <a:ext cx="108691" cy="1990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5564092" y="2722801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5566668" y="2684769"/>
            <a:ext cx="255774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 flipV="1">
            <a:off x="5623436" y="3310159"/>
            <a:ext cx="199006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H="1" flipV="1">
            <a:off x="5493433" y="3307583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 flipV="1">
            <a:off x="5455401" y="3051810"/>
            <a:ext cx="38032" cy="2557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6080791" y="3051810"/>
            <a:ext cx="108691" cy="199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6078215" y="3250815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5822442" y="3380818"/>
            <a:ext cx="255773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6841998" y="2684769"/>
            <a:ext cx="199005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041003" y="2793460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7171006" y="2796036"/>
            <a:ext cx="38032" cy="2557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474957" y="2852804"/>
            <a:ext cx="108691" cy="1990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6583648" y="2722801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6586224" y="2684769"/>
            <a:ext cx="255774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 flipV="1">
            <a:off x="6642992" y="3310159"/>
            <a:ext cx="199006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 flipV="1">
            <a:off x="6512989" y="3307583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 flipV="1">
            <a:off x="6474957" y="3051810"/>
            <a:ext cx="38032" cy="2557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7100347" y="3051810"/>
            <a:ext cx="108691" cy="199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>
            <a:off x="7097771" y="3250815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>
            <a:off x="6841998" y="3380818"/>
            <a:ext cx="255773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5822442" y="1665213"/>
            <a:ext cx="199005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6021447" y="1773904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6151450" y="1776480"/>
            <a:ext cx="38032" cy="2557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5455401" y="1833248"/>
            <a:ext cx="108691" cy="1990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5564092" y="1703245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5566668" y="1665213"/>
            <a:ext cx="255774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 flipV="1">
            <a:off x="5623436" y="2290603"/>
            <a:ext cx="199006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 flipV="1">
            <a:off x="5493433" y="2288027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H="1" flipV="1">
            <a:off x="5455401" y="2032254"/>
            <a:ext cx="38032" cy="2557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H="1">
            <a:off x="6080791" y="2032254"/>
            <a:ext cx="108691" cy="199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>
            <a:off x="6078215" y="2231259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>
            <a:off x="5822442" y="2361262"/>
            <a:ext cx="255773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6841998" y="1665213"/>
            <a:ext cx="199005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7041003" y="1773904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7171006" y="1776480"/>
            <a:ext cx="38032" cy="2557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6474957" y="1833248"/>
            <a:ext cx="108691" cy="1990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6583648" y="1703245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6586224" y="1665213"/>
            <a:ext cx="255774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H="1" flipV="1">
            <a:off x="6642992" y="2290603"/>
            <a:ext cx="199006" cy="1086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H="1" flipV="1">
            <a:off x="6512989" y="2288027"/>
            <a:ext cx="130003" cy="25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 flipV="1">
            <a:off x="6474957" y="2032254"/>
            <a:ext cx="38032" cy="2557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H="1">
            <a:off x="7100347" y="2032254"/>
            <a:ext cx="108691" cy="199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7097771" y="2231259"/>
            <a:ext cx="2576" cy="1300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H="1">
            <a:off x="6841998" y="2361262"/>
            <a:ext cx="255773" cy="380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5230368" y="3666744"/>
            <a:ext cx="220370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156 节点 · 192 条独立边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7589520" y="1005840"/>
            <a:ext cx="2203704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C2B40"/>
                </a:solidFill>
                <a:latin typeface="Microsoft YaHei"/>
              </a:rPr>
              <a:t>笼目</a:t>
            </a:r>
          </a:p>
        </p:txBody>
      </p:sp>
      <p:cxnSp>
        <p:nvCxnSpPr>
          <p:cNvPr id="409" name="Connector 408"/>
          <p:cNvCxnSpPr/>
          <p:nvPr/>
        </p:nvCxnSpPr>
        <p:spPr>
          <a:xfrm>
            <a:off x="7726617" y="3506786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7936694" y="3451985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8008045" y="3451985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 flipV="1">
            <a:off x="8027851" y="3267774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7872765" y="3267774"/>
            <a:ext cx="155086" cy="123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 flipV="1">
            <a:off x="7726617" y="3024409"/>
            <a:ext cx="146148" cy="255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>
            <a:off x="7697682" y="3024409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7697682" y="3234486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>
            <a:off x="7726617" y="3305837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8208994" y="3506786"/>
            <a:ext cx="210078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8419072" y="3451985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8490422" y="3451985"/>
            <a:ext cx="200950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8691372" y="3296709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H="1" flipV="1">
            <a:off x="8636570" y="3225358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8636570" y="3020928"/>
            <a:ext cx="56811" cy="20443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H="1">
            <a:off x="8452360" y="3024409"/>
            <a:ext cx="243031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8452360" y="3205552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>
            <a:off x="8208994" y="3360638"/>
            <a:ext cx="25575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8689362" y="2814331"/>
            <a:ext cx="30944" cy="2135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H="1" flipV="1">
            <a:off x="8636570" y="2742981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8636570" y="2542032"/>
            <a:ext cx="54802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 flipV="1">
            <a:off x="8481294" y="2513097"/>
            <a:ext cx="210078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H="1">
            <a:off x="8409944" y="2513097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 flipV="1">
            <a:off x="8206984" y="2538550"/>
            <a:ext cx="202960" cy="582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8211004" y="2538550"/>
            <a:ext cx="17913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8390137" y="2768658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8545223" y="2768658"/>
            <a:ext cx="14815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 flipV="1">
            <a:off x="7998917" y="2513097"/>
            <a:ext cx="212087" cy="32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7927566" y="2513097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7726617" y="2542032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>
            <a:off x="7697682" y="2542032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7697682" y="2752109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>
            <a:off x="7726617" y="2823459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7726617" y="2843266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 flipV="1">
            <a:off x="7953243" y="2688180"/>
            <a:ext cx="12386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7953243" y="2542032"/>
            <a:ext cx="25977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8208994" y="3325643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 flipV="1">
            <a:off x="8435621" y="3170557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8435621" y="3024409"/>
            <a:ext cx="25977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 flipV="1">
            <a:off x="8510228" y="2785397"/>
            <a:ext cx="18315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>
            <a:off x="8355142" y="2785397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 flipV="1">
            <a:off x="8211004" y="2538550"/>
            <a:ext cx="14413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7969982" y="2542032"/>
            <a:ext cx="24303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7969982" y="2723175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H="1">
            <a:off x="7726617" y="2878261"/>
            <a:ext cx="25575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7726617" y="3024409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7907760" y="3251036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8062846" y="3251036"/>
            <a:ext cx="146148" cy="2557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8691372" y="3506786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8901449" y="3451985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8972799" y="3451985"/>
            <a:ext cx="200950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H="1" flipV="1">
            <a:off x="8992606" y="3267774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H="1">
            <a:off x="8837520" y="3267774"/>
            <a:ext cx="155086" cy="123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 flipV="1">
            <a:off x="8689362" y="3020928"/>
            <a:ext cx="14815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H="1">
            <a:off x="8662437" y="3020928"/>
            <a:ext cx="30944" cy="21355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8662437" y="3234486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8691372" y="3305837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9173749" y="3506786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9383826" y="3451985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9455177" y="3451985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9656126" y="3296709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 flipV="1">
            <a:off x="9601325" y="3225358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9601325" y="3024409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9417114" y="3024409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417114" y="3205552"/>
            <a:ext cx="12386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9173749" y="3360638"/>
            <a:ext cx="25575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9656126" y="2814331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 flipV="1">
            <a:off x="9601325" y="2742981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9601325" y="2542032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 flipV="1">
            <a:off x="9446049" y="2513097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>
            <a:off x="9374698" y="2513097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 flipV="1">
            <a:off x="9171739" y="2538550"/>
            <a:ext cx="202959" cy="582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9175759" y="2538550"/>
            <a:ext cx="17913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9354892" y="2768658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9509978" y="2768658"/>
            <a:ext cx="146148" cy="255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 flipV="1">
            <a:off x="8963671" y="2513097"/>
            <a:ext cx="212088" cy="32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8892321" y="2513097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 flipV="1">
            <a:off x="8691372" y="2542032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8662437" y="2542032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8662437" y="2752109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H="1">
            <a:off x="8689362" y="2823459"/>
            <a:ext cx="56811" cy="2044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8687352" y="2843266"/>
            <a:ext cx="243031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 flipV="1">
            <a:off x="8917998" y="2688180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8917998" y="2542032"/>
            <a:ext cx="25977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9173749" y="3325643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H="1" flipV="1">
            <a:off x="9400376" y="3170557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9400376" y="3024409"/>
            <a:ext cx="25575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H="1" flipV="1">
            <a:off x="9474983" y="2785397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9319897" y="2785397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H="1" flipV="1">
            <a:off x="9175759" y="2538550"/>
            <a:ext cx="14413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H="1">
            <a:off x="8934737" y="2542032"/>
            <a:ext cx="24303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8934737" y="2723175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H="1">
            <a:off x="8687352" y="2878261"/>
            <a:ext cx="25977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8689362" y="3020928"/>
            <a:ext cx="18315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8872515" y="3251036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9027601" y="3251036"/>
            <a:ext cx="146148" cy="2557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726617" y="2542032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7936694" y="2487230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8008045" y="2487230"/>
            <a:ext cx="202959" cy="582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H="1" flipV="1">
            <a:off x="8027851" y="2303020"/>
            <a:ext cx="17913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H="1">
            <a:off x="7872765" y="2303020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 flipV="1">
            <a:off x="7726617" y="2059654"/>
            <a:ext cx="146148" cy="255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7697682" y="2059654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7697682" y="2269732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>
            <a:off x="7726617" y="2341082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8206984" y="2538550"/>
            <a:ext cx="212088" cy="32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8419072" y="2487230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8490422" y="2487230"/>
            <a:ext cx="200950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8691372" y="2331954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 flipV="1">
            <a:off x="8636570" y="2260604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8636570" y="2056173"/>
            <a:ext cx="56811" cy="2044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H="1">
            <a:off x="8452360" y="2059654"/>
            <a:ext cx="243031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8452360" y="2240797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H="1">
            <a:off x="8204974" y="2395883"/>
            <a:ext cx="259771" cy="1461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8689362" y="1849577"/>
            <a:ext cx="30944" cy="21355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 flipV="1">
            <a:off x="8636570" y="1778226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8636570" y="1577277"/>
            <a:ext cx="54802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 flipV="1">
            <a:off x="8481294" y="1548342"/>
            <a:ext cx="210078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>
            <a:off x="8409944" y="1548342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H="1" flipV="1">
            <a:off x="8208994" y="1577277"/>
            <a:ext cx="200950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8208994" y="1577277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8390137" y="1803903"/>
            <a:ext cx="155086" cy="123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8545223" y="1803903"/>
            <a:ext cx="14815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H="1" flipV="1">
            <a:off x="7998917" y="1548342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7927566" y="1548342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7726617" y="1577277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>
            <a:off x="7697682" y="1577277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7697682" y="1787354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H="1">
            <a:off x="7726617" y="1858705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7726617" y="1878511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H="1" flipV="1">
            <a:off x="7953243" y="1723425"/>
            <a:ext cx="12386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7953243" y="1577277"/>
            <a:ext cx="25575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8204974" y="2360888"/>
            <a:ext cx="243032" cy="1811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 flipV="1">
            <a:off x="8435621" y="2205802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8435621" y="2059654"/>
            <a:ext cx="25977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 flipV="1">
            <a:off x="8510228" y="1820642"/>
            <a:ext cx="18315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>
            <a:off x="8355142" y="1820642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H="1" flipV="1">
            <a:off x="8208994" y="1577277"/>
            <a:ext cx="146148" cy="2557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>
            <a:off x="7969982" y="1577277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7969982" y="1758420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>
            <a:off x="7726617" y="1913506"/>
            <a:ext cx="25575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726617" y="2059654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7907760" y="2286281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062846" y="2286281"/>
            <a:ext cx="14413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8691372" y="2542032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8901449" y="2487230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8972799" y="2487230"/>
            <a:ext cx="202960" cy="582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 flipV="1">
            <a:off x="8992606" y="2303020"/>
            <a:ext cx="17913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>
            <a:off x="8837520" y="2303020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 flipV="1">
            <a:off x="8689362" y="2056173"/>
            <a:ext cx="14815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>
            <a:off x="8662437" y="2056173"/>
            <a:ext cx="30944" cy="2135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8662437" y="2269732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>
            <a:off x="8691372" y="2341082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9171739" y="2538550"/>
            <a:ext cx="212087" cy="32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9383826" y="2487230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9455177" y="2487230"/>
            <a:ext cx="200949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9656126" y="2331954"/>
            <a:ext cx="28935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H="1" flipV="1">
            <a:off x="9601325" y="2260604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9601325" y="2059654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9417114" y="2059654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9417114" y="2240797"/>
            <a:ext cx="12386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H="1">
            <a:off x="9169729" y="2395883"/>
            <a:ext cx="259771" cy="1461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9656126" y="1849577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 flipV="1">
            <a:off x="9601325" y="1778226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9601325" y="1577277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 flipV="1">
            <a:off x="9446049" y="1548342"/>
            <a:ext cx="210077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9374698" y="1548342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 flipV="1">
            <a:off x="9173749" y="1577277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9173749" y="1577277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9354892" y="1803903"/>
            <a:ext cx="155086" cy="123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9509978" y="1803903"/>
            <a:ext cx="146148" cy="255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 flipV="1">
            <a:off x="8963671" y="1548342"/>
            <a:ext cx="210078" cy="289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8892321" y="1548342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8691372" y="1577277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>
            <a:off x="8662437" y="1577277"/>
            <a:ext cx="28935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8662437" y="1787354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8689362" y="1858705"/>
            <a:ext cx="56811" cy="20443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8687352" y="1878511"/>
            <a:ext cx="243031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 flipV="1">
            <a:off x="8917998" y="1723425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8917998" y="1577277"/>
            <a:ext cx="255751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9169729" y="2360888"/>
            <a:ext cx="243032" cy="1811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 flipV="1">
            <a:off x="9400376" y="2205802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9400376" y="2059654"/>
            <a:ext cx="25575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H="1" flipV="1">
            <a:off x="9474983" y="1820642"/>
            <a:ext cx="181143" cy="239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H="1">
            <a:off x="9319897" y="1820642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H="1" flipV="1">
            <a:off x="9173749" y="1577277"/>
            <a:ext cx="146148" cy="2557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H="1">
            <a:off x="8934737" y="1577277"/>
            <a:ext cx="239012" cy="181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8934737" y="1758420"/>
            <a:ext cx="12385" cy="155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8687352" y="1913506"/>
            <a:ext cx="259770" cy="1461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8689362" y="2056173"/>
            <a:ext cx="183153" cy="2424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8872515" y="2286281"/>
            <a:ext cx="155086" cy="12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9027601" y="2286281"/>
            <a:ext cx="144138" cy="2592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7998917" y="3477852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H="1">
            <a:off x="7927566" y="3477852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H="1" flipV="1">
            <a:off x="7726617" y="3506786"/>
            <a:ext cx="200949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7726617" y="3296709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H="1" flipV="1">
            <a:off x="7671816" y="3225358"/>
            <a:ext cx="83735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7671816" y="3024409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8481294" y="3477852"/>
            <a:ext cx="210078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H="1">
            <a:off x="8409944" y="3477852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H="1" flipV="1">
            <a:off x="8208994" y="3506786"/>
            <a:ext cx="200950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7726617" y="2814331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 flipV="1">
            <a:off x="7671816" y="2742981"/>
            <a:ext cx="83735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7671816" y="2542032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8963671" y="3477852"/>
            <a:ext cx="210078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H="1">
            <a:off x="8892321" y="3477852"/>
            <a:ext cx="71350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 flipV="1">
            <a:off x="8691372" y="3506786"/>
            <a:ext cx="200949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 flipV="1">
            <a:off x="9446049" y="3477852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9374698" y="3477852"/>
            <a:ext cx="71351" cy="83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H="1" flipV="1">
            <a:off x="9173749" y="3506786"/>
            <a:ext cx="200949" cy="54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H="1">
            <a:off x="9627192" y="3024409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9627192" y="3234486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H="1">
            <a:off x="9656126" y="3305837"/>
            <a:ext cx="54802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H="1">
            <a:off x="9627192" y="2542032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9627192" y="2752109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9656126" y="2823459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7726617" y="2331954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H="1" flipV="1">
            <a:off x="7671816" y="2260604"/>
            <a:ext cx="83735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7671816" y="2059654"/>
            <a:ext cx="54801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8208994" y="1577277"/>
            <a:ext cx="210078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8419072" y="1522476"/>
            <a:ext cx="71350" cy="837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8490422" y="1522476"/>
            <a:ext cx="200950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7726617" y="1577277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7936694" y="1522476"/>
            <a:ext cx="71351" cy="837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8008045" y="1522476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7726617" y="1849577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 flipV="1">
            <a:off x="7671816" y="1778226"/>
            <a:ext cx="83735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7671816" y="1577277"/>
            <a:ext cx="54801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9627192" y="2059654"/>
            <a:ext cx="28934" cy="2100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9627192" y="2269732"/>
            <a:ext cx="83736" cy="71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9656126" y="2341082"/>
            <a:ext cx="54802" cy="2009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9627192" y="1577277"/>
            <a:ext cx="28934" cy="2100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9627192" y="1787354"/>
            <a:ext cx="83736" cy="71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>
            <a:off x="9656126" y="1858705"/>
            <a:ext cx="54802" cy="2009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9173749" y="1577277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9383826" y="1522476"/>
            <a:ext cx="71351" cy="837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9455177" y="1522476"/>
            <a:ext cx="200949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8691372" y="1577277"/>
            <a:ext cx="210077" cy="289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8901449" y="1522476"/>
            <a:ext cx="71350" cy="837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8972799" y="1522476"/>
            <a:ext cx="200950" cy="54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 flipV="1">
            <a:off x="8693381" y="3020928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>
            <a:off x="8689362" y="3020928"/>
            <a:ext cx="4019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>
            <a:off x="8687352" y="3020928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8687352" y="3024409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8689362" y="3027890"/>
            <a:ext cx="4019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8693381" y="3024409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H="1" flipV="1">
            <a:off x="8211004" y="2538550"/>
            <a:ext cx="2010" cy="34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H="1">
            <a:off x="8206984" y="2538550"/>
            <a:ext cx="4020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8204974" y="2538550"/>
            <a:ext cx="2010" cy="34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8204974" y="2542032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8206984" y="2545513"/>
            <a:ext cx="4020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8211004" y="2542032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H="1" flipV="1">
            <a:off x="9175759" y="2538550"/>
            <a:ext cx="2010" cy="34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9171739" y="2538550"/>
            <a:ext cx="4020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H="1">
            <a:off x="9169729" y="2538550"/>
            <a:ext cx="2010" cy="34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9169729" y="2542032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9171739" y="2545513"/>
            <a:ext cx="4020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9175759" y="2542032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H="1" flipV="1">
            <a:off x="8693381" y="2056173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H="1">
            <a:off x="8689362" y="2056173"/>
            <a:ext cx="4019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H="1">
            <a:off x="8687352" y="2056173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8687352" y="2059654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8689362" y="2063135"/>
            <a:ext cx="4019" cy="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8693381" y="2059654"/>
            <a:ext cx="2010" cy="34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3" name="TextBox 672"/>
          <p:cNvSpPr txBox="1"/>
          <p:nvPr/>
        </p:nvSpPr>
        <p:spPr>
          <a:xfrm>
            <a:off x="7589520" y="3666744"/>
            <a:ext cx="220370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201 节点 · 264 条独立边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9948672" y="1005840"/>
            <a:ext cx="17830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C2B40"/>
                </a:solidFill>
                <a:latin typeface="Microsoft YaHei"/>
              </a:rPr>
              <a:t>曲面路线</a:t>
            </a:r>
          </a:p>
        </p:txBody>
      </p:sp>
      <p:cxnSp>
        <p:nvCxnSpPr>
          <p:cNvPr id="675" name="Connector 674"/>
          <p:cNvCxnSpPr/>
          <p:nvPr/>
        </p:nvCxnSpPr>
        <p:spPr>
          <a:xfrm flipV="1">
            <a:off x="11129756" y="3265493"/>
            <a:ext cx="49522" cy="6034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11179278" y="3169302"/>
            <a:ext cx="61386" cy="961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H="1" flipV="1">
            <a:off x="11220019" y="3080831"/>
            <a:ext cx="20645" cy="884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H="1" flipV="1">
            <a:off x="11218740" y="2939102"/>
            <a:ext cx="1279" cy="1417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H="1">
            <a:off x="11168316" y="2939102"/>
            <a:ext cx="50424" cy="2112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H="1">
            <a:off x="11128906" y="3150393"/>
            <a:ext cx="39410" cy="178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11240664" y="3073112"/>
            <a:ext cx="61387" cy="9619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11302051" y="2975607"/>
            <a:ext cx="55885" cy="975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11357936" y="2872143"/>
            <a:ext cx="17194" cy="1034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11375130" y="2767366"/>
            <a:ext cx="11693" cy="1047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11323427" y="2767366"/>
            <a:ext cx="63396" cy="174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H="1">
            <a:off x="11240664" y="2941706"/>
            <a:ext cx="82763" cy="2275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11386823" y="2662588"/>
            <a:ext cx="11693" cy="1047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11398516" y="2568845"/>
            <a:ext cx="7680" cy="937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H="1" flipV="1">
            <a:off x="11387554" y="2547488"/>
            <a:ext cx="18642" cy="213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H="1" flipV="1">
            <a:off x="11364899" y="2537165"/>
            <a:ext cx="22655" cy="103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11364899" y="2537165"/>
            <a:ext cx="1279" cy="1417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11366178" y="2678894"/>
            <a:ext cx="20645" cy="884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H="1" flipV="1">
            <a:off x="11342245" y="2526843"/>
            <a:ext cx="22654" cy="103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H="1">
            <a:off x="11316570" y="2526843"/>
            <a:ext cx="25675" cy="144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11269165" y="2541267"/>
            <a:ext cx="47405" cy="1865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11218740" y="2727811"/>
            <a:ext cx="50425" cy="2112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11218740" y="2711505"/>
            <a:ext cx="82763" cy="2275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11301503" y="2537165"/>
            <a:ext cx="63396" cy="174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11240664" y="2941706"/>
            <a:ext cx="82763" cy="2275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11323427" y="2767366"/>
            <a:ext cx="63396" cy="174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H="1" flipV="1">
            <a:off x="11366178" y="2678894"/>
            <a:ext cx="20645" cy="884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 flipV="1">
            <a:off x="11364899" y="2537165"/>
            <a:ext cx="1279" cy="1417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11301503" y="2537165"/>
            <a:ext cx="63396" cy="174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11218740" y="2711505"/>
            <a:ext cx="82763" cy="2275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11218740" y="2939102"/>
            <a:ext cx="1279" cy="1417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11220019" y="3080831"/>
            <a:ext cx="20645" cy="884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H="1" flipV="1">
            <a:off x="11581920" y="2511186"/>
            <a:ext cx="3527" cy="1128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H="1" flipV="1">
            <a:off x="11570246" y="2395867"/>
            <a:ext cx="11674" cy="1153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11527211" y="2395867"/>
            <a:ext cx="43035" cy="2102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11471588" y="2606080"/>
            <a:ext cx="55623" cy="206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11471588" y="2719463"/>
            <a:ext cx="61003" cy="929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11532591" y="2623999"/>
            <a:ext cx="52856" cy="954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11558571" y="2280548"/>
            <a:ext cx="11675" cy="1153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11544082" y="2189659"/>
            <a:ext cx="14489" cy="9088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>
            <a:off x="11511070" y="2189659"/>
            <a:ext cx="33012" cy="762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>
            <a:off x="11475242" y="2265932"/>
            <a:ext cx="35828" cy="1007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11475242" y="2366635"/>
            <a:ext cx="41208" cy="12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11516450" y="2379314"/>
            <a:ext cx="53796" cy="16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>
            <a:off x="11439415" y="2366635"/>
            <a:ext cx="35827" cy="1007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>
            <a:off x="11406196" y="2467339"/>
            <a:ext cx="33219" cy="1015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H="1">
            <a:off x="11390087" y="2568845"/>
            <a:ext cx="16109" cy="10677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11376585" y="2675615"/>
            <a:ext cx="13502" cy="1075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11376585" y="2576848"/>
            <a:ext cx="55623" cy="206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11432208" y="2366635"/>
            <a:ext cx="43034" cy="2102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H="1">
            <a:off x="11363084" y="2783188"/>
            <a:ext cx="13501" cy="1075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H="1">
            <a:off x="11357936" y="2890761"/>
            <a:ext cx="5148" cy="848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11357936" y="2905377"/>
            <a:ext cx="52649" cy="7023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11410585" y="2812420"/>
            <a:ext cx="61003" cy="929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H="1" flipV="1">
            <a:off x="11417793" y="2795867"/>
            <a:ext cx="53795" cy="16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H="1" flipV="1">
            <a:off x="11376585" y="2783188"/>
            <a:ext cx="41208" cy="12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H="1" flipV="1">
            <a:off x="11516450" y="2379314"/>
            <a:ext cx="53796" cy="16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H="1" flipV="1">
            <a:off x="11475242" y="2366635"/>
            <a:ext cx="41208" cy="12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H="1">
            <a:off x="11432208" y="2366635"/>
            <a:ext cx="43034" cy="2102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H="1">
            <a:off x="11376585" y="2576848"/>
            <a:ext cx="55623" cy="206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11376585" y="2783188"/>
            <a:ext cx="41208" cy="12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11417793" y="2795867"/>
            <a:ext cx="53795" cy="16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11471588" y="2606080"/>
            <a:ext cx="55623" cy="2063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1527211" y="2395867"/>
            <a:ext cx="43035" cy="2102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H="1">
            <a:off x="11457391" y="1755319"/>
            <a:ext cx="45325" cy="1745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H="1">
            <a:off x="11407678" y="1929854"/>
            <a:ext cx="49713" cy="2115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11407678" y="2019623"/>
            <a:ext cx="63680" cy="1217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11471358" y="1955012"/>
            <a:ext cx="56901" cy="646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H="1" flipV="1">
            <a:off x="11517681" y="1836678"/>
            <a:ext cx="10578" cy="118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 flipV="1">
            <a:off x="11502716" y="1755319"/>
            <a:ext cx="14965" cy="813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11357966" y="2141364"/>
            <a:ext cx="49712" cy="2115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>
            <a:off x="11316570" y="2352875"/>
            <a:ext cx="41396" cy="18839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1316570" y="2541267"/>
            <a:ext cx="15818" cy="2719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11332388" y="2568459"/>
            <a:ext cx="24135" cy="40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11356523" y="2385514"/>
            <a:ext cx="22188" cy="1870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11378711" y="2141364"/>
            <a:ext cx="28967" cy="2441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11356523" y="2572533"/>
            <a:ext cx="24134" cy="40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V="1">
            <a:off x="11380657" y="2568845"/>
            <a:ext cx="25539" cy="77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11406196" y="2483431"/>
            <a:ext cx="34752" cy="854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11440948" y="2386181"/>
            <a:ext cx="36156" cy="972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H="1">
            <a:off x="11420202" y="2386181"/>
            <a:ext cx="56902" cy="646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H="1">
            <a:off x="11356523" y="2450792"/>
            <a:ext cx="63679" cy="1217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11477104" y="2288930"/>
            <a:ext cx="36156" cy="972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11513260" y="2189659"/>
            <a:ext cx="30822" cy="992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H="1" flipV="1">
            <a:off x="11538838" y="2073346"/>
            <a:ext cx="5244" cy="1163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H="1" flipV="1">
            <a:off x="11528259" y="1955012"/>
            <a:ext cx="10579" cy="118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>
            <a:off x="11499293" y="1955012"/>
            <a:ext cx="28966" cy="2441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H="1">
            <a:off x="11477104" y="2199161"/>
            <a:ext cx="22189" cy="1870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11378711" y="2141364"/>
            <a:ext cx="28967" cy="2441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>
            <a:off x="11356523" y="2385514"/>
            <a:ext cx="22188" cy="1870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11356523" y="2450792"/>
            <a:ext cx="63679" cy="1217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11420202" y="2386181"/>
            <a:ext cx="56902" cy="646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11477104" y="2199161"/>
            <a:ext cx="22189" cy="1870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11499293" y="1955012"/>
            <a:ext cx="28966" cy="2441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H="1">
            <a:off x="11471358" y="1955012"/>
            <a:ext cx="56901" cy="646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H="1">
            <a:off x="11407678" y="2019623"/>
            <a:ext cx="63680" cy="1217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11126886" y="3154396"/>
            <a:ext cx="65449" cy="1730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11192335" y="2942722"/>
            <a:ext cx="48122" cy="2116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H="1">
            <a:off x="11031870" y="2942722"/>
            <a:ext cx="208587" cy="106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H="1">
            <a:off x="10801981" y="3049473"/>
            <a:ext cx="229889" cy="467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10801981" y="3096189"/>
            <a:ext cx="171115" cy="1349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10973096" y="3231130"/>
            <a:ext cx="159929" cy="967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11240457" y="2731047"/>
            <a:ext cx="48123" cy="2116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11288580" y="2541267"/>
            <a:ext cx="27990" cy="1897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H="1" flipV="1">
            <a:off x="11208193" y="2504501"/>
            <a:ext cx="108377" cy="3676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H="1" flipV="1">
            <a:off x="11079683" y="2489629"/>
            <a:ext cx="128510" cy="148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11079683" y="2489629"/>
            <a:ext cx="69736" cy="1965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11149419" y="2686158"/>
            <a:ext cx="91038" cy="2565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H="1" flipV="1">
            <a:off x="10951173" y="2474758"/>
            <a:ext cx="128510" cy="148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H="1" flipV="1">
            <a:off x="10827076" y="2472325"/>
            <a:ext cx="124097" cy="243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H="1">
            <a:off x="10731934" y="2472325"/>
            <a:ext cx="95142" cy="7916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H="1">
            <a:off x="10641206" y="2551491"/>
            <a:ext cx="90728" cy="916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10641206" y="2596380"/>
            <a:ext cx="229890" cy="467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10871096" y="2489629"/>
            <a:ext cx="208587" cy="106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H="1">
            <a:off x="10550478" y="2643096"/>
            <a:ext cx="90728" cy="916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H="1">
            <a:off x="10489256" y="2734701"/>
            <a:ext cx="61222" cy="961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10489256" y="2830827"/>
            <a:ext cx="141609" cy="1304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0630865" y="2961247"/>
            <a:ext cx="171116" cy="1349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H="1" flipV="1">
            <a:off x="10710942" y="2839625"/>
            <a:ext cx="91039" cy="2565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H="1" flipV="1">
            <a:off x="10641206" y="2643096"/>
            <a:ext cx="69736" cy="1965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 flipV="1">
            <a:off x="11149419" y="2686158"/>
            <a:ext cx="91038" cy="2565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11079683" y="2489629"/>
            <a:ext cx="69736" cy="1965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H="1">
            <a:off x="10871096" y="2489629"/>
            <a:ext cx="208587" cy="106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H="1">
            <a:off x="10641206" y="2596380"/>
            <a:ext cx="229890" cy="467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10641206" y="2643096"/>
            <a:ext cx="69736" cy="1965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10710942" y="2839625"/>
            <a:ext cx="91039" cy="2565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V="1">
            <a:off x="10801981" y="3049473"/>
            <a:ext cx="229889" cy="467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V="1">
            <a:off x="11031870" y="2942722"/>
            <a:ext cx="208587" cy="1067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 flipH="1">
            <a:off x="11311500" y="1755319"/>
            <a:ext cx="191216" cy="4699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H="1">
            <a:off x="11089576" y="1802314"/>
            <a:ext cx="221924" cy="7958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11089576" y="1881898"/>
            <a:ext cx="193633" cy="1063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11283209" y="1988265"/>
            <a:ext cx="146186" cy="1567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 flipV="1">
            <a:off x="11429395" y="1933857"/>
            <a:ext cx="52015" cy="2111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 flipV="1">
            <a:off x="11481410" y="1755319"/>
            <a:ext cx="21306" cy="1785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H="1">
            <a:off x="10867652" y="1881898"/>
            <a:ext cx="221924" cy="795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H="1">
            <a:off x="10675402" y="1961481"/>
            <a:ext cx="192250" cy="833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10675402" y="2044879"/>
            <a:ext cx="13205" cy="1066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10688607" y="2151488"/>
            <a:ext cx="42880" cy="1104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10731487" y="2097080"/>
            <a:ext cx="155321" cy="1648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10886808" y="1881898"/>
            <a:ext cx="202768" cy="2151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10731487" y="2261911"/>
            <a:ext cx="42879" cy="1104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10774366" y="2372334"/>
            <a:ext cx="52710" cy="999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10827076" y="2472325"/>
            <a:ext cx="117200" cy="315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10944276" y="2503877"/>
            <a:ext cx="127030" cy="211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H="1" flipV="1">
            <a:off x="10925120" y="2368278"/>
            <a:ext cx="146186" cy="1567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H="1" flipV="1">
            <a:off x="10731487" y="2261911"/>
            <a:ext cx="193633" cy="1063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11071306" y="2524997"/>
            <a:ext cx="127030" cy="211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 flipV="1">
            <a:off x="11198336" y="2541267"/>
            <a:ext cx="118234" cy="48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11316570" y="2356110"/>
            <a:ext cx="60811" cy="1851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11377381" y="2144984"/>
            <a:ext cx="52014" cy="2111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 flipH="1">
            <a:off x="11226627" y="2144984"/>
            <a:ext cx="202768" cy="2151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 flipH="1">
            <a:off x="11071306" y="2360166"/>
            <a:ext cx="155321" cy="1648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H="1">
            <a:off x="10886808" y="1881898"/>
            <a:ext cx="202768" cy="2151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H="1">
            <a:off x="10731487" y="2097080"/>
            <a:ext cx="155321" cy="1648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10731487" y="2261911"/>
            <a:ext cx="193633" cy="1063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10925120" y="2368278"/>
            <a:ext cx="146186" cy="1567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 flipV="1">
            <a:off x="11071306" y="2360166"/>
            <a:ext cx="155321" cy="1648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V="1">
            <a:off x="11226627" y="2144984"/>
            <a:ext cx="202768" cy="2151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H="1" flipV="1">
            <a:off x="11283209" y="1988265"/>
            <a:ext cx="146186" cy="1567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H="1" flipV="1">
            <a:off x="11089576" y="1881898"/>
            <a:ext cx="193633" cy="1063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>
            <a:off x="9848088" y="2334439"/>
            <a:ext cx="129306" cy="1258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>
            <a:off x="9977394" y="2460263"/>
            <a:ext cx="173801" cy="1320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10151195" y="2379236"/>
            <a:ext cx="14954" cy="2131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10166149" y="2175801"/>
            <a:ext cx="83703" cy="2034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H="1">
            <a:off x="10026722" y="2175801"/>
            <a:ext cx="223130" cy="761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H="1">
            <a:off x="9848088" y="2251987"/>
            <a:ext cx="178634" cy="824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>
            <a:off x="10151195" y="2592354"/>
            <a:ext cx="173801" cy="1320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>
            <a:off x="10324996" y="2724445"/>
            <a:ext cx="164260" cy="1063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10489256" y="2760985"/>
            <a:ext cx="95172" cy="698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10584428" y="2665434"/>
            <a:ext cx="85631" cy="955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H="1" flipV="1">
            <a:off x="10445001" y="2633735"/>
            <a:ext cx="225058" cy="316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H="1" flipV="1">
            <a:off x="10151195" y="2592354"/>
            <a:ext cx="293806" cy="413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10670059" y="2569882"/>
            <a:ext cx="85631" cy="955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10755690" y="2472325"/>
            <a:ext cx="71386" cy="975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H="1" flipV="1">
            <a:off x="10805018" y="2361606"/>
            <a:ext cx="22058" cy="1107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H="1" flipV="1">
            <a:off x="10768716" y="2248881"/>
            <a:ext cx="36302" cy="112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H="1">
            <a:off x="10685013" y="2248881"/>
            <a:ext cx="83703" cy="2034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H="1">
            <a:off x="10670059" y="2452316"/>
            <a:ext cx="14954" cy="2131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H="1" flipV="1">
            <a:off x="10732414" y="2136156"/>
            <a:ext cx="36302" cy="112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H="1" flipV="1">
            <a:off x="10675402" y="2044879"/>
            <a:ext cx="57012" cy="912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H="1">
            <a:off x="10472982" y="2044879"/>
            <a:ext cx="202420" cy="547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H="1">
            <a:off x="10249852" y="2099616"/>
            <a:ext cx="223130" cy="761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0249852" y="2175801"/>
            <a:ext cx="293807" cy="413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0543659" y="2217183"/>
            <a:ext cx="225057" cy="316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>
            <a:off x="10151195" y="2592354"/>
            <a:ext cx="293806" cy="413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>
            <a:off x="10445001" y="2633735"/>
            <a:ext cx="225058" cy="316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10670059" y="2452316"/>
            <a:ext cx="14954" cy="2131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10685013" y="2248881"/>
            <a:ext cx="83703" cy="2034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H="1" flipV="1">
            <a:off x="10543659" y="2217183"/>
            <a:ext cx="225057" cy="316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H="1" flipV="1">
            <a:off x="10249852" y="2175801"/>
            <a:ext cx="293807" cy="413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H="1">
            <a:off x="10166149" y="2175801"/>
            <a:ext cx="83703" cy="2034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H="1">
            <a:off x="10151195" y="2379236"/>
            <a:ext cx="14954" cy="2131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0460478" y="2740736"/>
            <a:ext cx="87972" cy="752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0548450" y="2815953"/>
            <a:ext cx="88845" cy="779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H="1" flipV="1">
            <a:off x="10466711" y="2760249"/>
            <a:ext cx="170584" cy="1336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 flipV="1">
            <a:off x="10297475" y="2630815"/>
            <a:ext cx="169236" cy="1294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10297475" y="2630815"/>
            <a:ext cx="81066" cy="5359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>
            <a:off x="10378541" y="2684410"/>
            <a:ext cx="81937" cy="563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10637295" y="2893901"/>
            <a:ext cx="88844" cy="779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10726139" y="2971848"/>
            <a:ext cx="69312" cy="621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H="1" flipV="1">
            <a:off x="10731223" y="2987764"/>
            <a:ext cx="64228" cy="462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H="1" flipV="1">
            <a:off x="10647463" y="2925733"/>
            <a:ext cx="83760" cy="620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H="1" flipV="1">
            <a:off x="10643052" y="2911926"/>
            <a:ext cx="4411" cy="13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 flipH="1" flipV="1">
            <a:off x="10637295" y="2893901"/>
            <a:ext cx="5757" cy="180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 flipH="1" flipV="1">
            <a:off x="10563703" y="2863702"/>
            <a:ext cx="83760" cy="620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 flipH="1" flipV="1">
            <a:off x="10479663" y="2800797"/>
            <a:ext cx="84040" cy="629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 flipV="1">
            <a:off x="10393793" y="2732159"/>
            <a:ext cx="85870" cy="686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10307643" y="2662647"/>
            <a:ext cx="86150" cy="695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10307643" y="2662647"/>
            <a:ext cx="169236" cy="1294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10476879" y="2792081"/>
            <a:ext cx="170584" cy="1336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 flipH="1" flipV="1">
            <a:off x="10221494" y="2593135"/>
            <a:ext cx="86149" cy="695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H="1" flipV="1">
            <a:off x="10154283" y="2537587"/>
            <a:ext cx="67211" cy="555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10154283" y="2537587"/>
            <a:ext cx="62127" cy="3963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10216410" y="2577219"/>
            <a:ext cx="81065" cy="535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10297475" y="2630815"/>
            <a:ext cx="5758" cy="180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10303233" y="2648840"/>
            <a:ext cx="4410" cy="13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10637295" y="2893901"/>
            <a:ext cx="5757" cy="180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10643052" y="2911926"/>
            <a:ext cx="4411" cy="13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10476879" y="2792081"/>
            <a:ext cx="170584" cy="1336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H="1" flipV="1">
            <a:off x="10307643" y="2662647"/>
            <a:ext cx="169236" cy="1294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H="1" flipV="1">
            <a:off x="10303233" y="2648840"/>
            <a:ext cx="4410" cy="13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 flipH="1" flipV="1">
            <a:off x="10297475" y="2630815"/>
            <a:ext cx="5758" cy="180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10297475" y="2630815"/>
            <a:ext cx="169236" cy="1294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10466711" y="2760249"/>
            <a:ext cx="170584" cy="1336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H="1" flipV="1">
            <a:off x="10987505" y="3217506"/>
            <a:ext cx="141401" cy="1112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 flipV="1">
            <a:off x="10815009" y="3083871"/>
            <a:ext cx="172496" cy="1336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10815009" y="3083871"/>
            <a:ext cx="103991" cy="723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10919000" y="3156189"/>
            <a:ext cx="58292" cy="35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10977292" y="3191540"/>
            <a:ext cx="91355" cy="798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11068647" y="3271341"/>
            <a:ext cx="64903" cy="547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H="1" flipV="1">
            <a:off x="10642512" y="2950235"/>
            <a:ext cx="172497" cy="1336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 flipV="1">
            <a:off x="10489256" y="2830827"/>
            <a:ext cx="153256" cy="11940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H="1" flipV="1">
            <a:off x="10470061" y="2810734"/>
            <a:ext cx="19195" cy="200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V="1">
            <a:off x="10470061" y="2804869"/>
            <a:ext cx="44" cy="58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10470105" y="2804869"/>
            <a:ext cx="149602" cy="1210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10619707" y="2925886"/>
            <a:ext cx="195302" cy="1579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V="1">
            <a:off x="10470105" y="2799003"/>
            <a:ext cx="45" cy="586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10470150" y="2799003"/>
            <a:ext cx="9513" cy="17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10479663" y="2800797"/>
            <a:ext cx="71629" cy="520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10551292" y="2852837"/>
            <a:ext cx="81097" cy="5970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H="1" flipV="1">
            <a:off x="10574097" y="2877187"/>
            <a:ext cx="58292" cy="35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H="1" flipV="1">
            <a:off x="10470105" y="2804869"/>
            <a:ext cx="103992" cy="723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10632389" y="2912537"/>
            <a:ext cx="81097" cy="5970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10713486" y="2972237"/>
            <a:ext cx="81965" cy="6173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10795451" y="3033976"/>
            <a:ext cx="90487" cy="777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10885938" y="3111738"/>
            <a:ext cx="91354" cy="79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 flipV="1">
            <a:off x="10781991" y="3033555"/>
            <a:ext cx="195301" cy="1579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10632389" y="2912537"/>
            <a:ext cx="149602" cy="1210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H="1" flipV="1">
            <a:off x="10619707" y="2925886"/>
            <a:ext cx="195302" cy="1579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H="1" flipV="1">
            <a:off x="10470105" y="2804869"/>
            <a:ext cx="149602" cy="12101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10470105" y="2804869"/>
            <a:ext cx="103992" cy="723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10574097" y="2877187"/>
            <a:ext cx="58292" cy="3535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10632389" y="2912537"/>
            <a:ext cx="149602" cy="1210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10781991" y="3033555"/>
            <a:ext cx="195301" cy="1579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 flipV="1">
            <a:off x="10919000" y="3156189"/>
            <a:ext cx="58292" cy="353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10815009" y="3083871"/>
            <a:ext cx="103991" cy="723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9848088" y="2334439"/>
            <a:ext cx="54947" cy="3449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9903035" y="2368931"/>
            <a:ext cx="83652" cy="556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9986687" y="2424619"/>
            <a:ext cx="66592" cy="61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10053279" y="2485953"/>
            <a:ext cx="110944" cy="94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H="1" flipV="1">
            <a:off x="9991803" y="2446640"/>
            <a:ext cx="172420" cy="1333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 flipV="1">
            <a:off x="9848088" y="2334439"/>
            <a:ext cx="143715" cy="1122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9986687" y="2424619"/>
            <a:ext cx="83652" cy="556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10070339" y="2480307"/>
            <a:ext cx="83944" cy="572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10154283" y="2537587"/>
            <a:ext cx="83424" cy="663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10237707" y="2603892"/>
            <a:ext cx="83715" cy="678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H="1" flipV="1">
            <a:off x="10176231" y="2564579"/>
            <a:ext cx="145191" cy="1072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 flipV="1">
            <a:off x="9986687" y="2424619"/>
            <a:ext cx="189544" cy="1399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10321422" y="2671789"/>
            <a:ext cx="83716" cy="678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10405138" y="2739686"/>
            <a:ext cx="74525" cy="611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10479663" y="2800797"/>
            <a:ext cx="14242" cy="165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10493905" y="2817394"/>
            <a:ext cx="5053" cy="98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 flipH="1" flipV="1">
            <a:off x="10388014" y="2733123"/>
            <a:ext cx="110944" cy="94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 flipH="1" flipV="1">
            <a:off x="10321422" y="2671789"/>
            <a:ext cx="66592" cy="61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10498958" y="2827206"/>
            <a:ext cx="5053" cy="98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 flipV="1">
            <a:off x="10489256" y="2830827"/>
            <a:ext cx="14755" cy="61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10336643" y="2713433"/>
            <a:ext cx="152613" cy="1173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H="1" flipV="1">
            <a:off x="10164223" y="2580036"/>
            <a:ext cx="172420" cy="1333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10164223" y="2580036"/>
            <a:ext cx="189544" cy="1399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10353767" y="2719996"/>
            <a:ext cx="145191" cy="1072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9986687" y="2424619"/>
            <a:ext cx="189544" cy="1399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10176231" y="2564579"/>
            <a:ext cx="145191" cy="1072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>
            <a:off x="10321422" y="2671789"/>
            <a:ext cx="66592" cy="61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10388014" y="2733123"/>
            <a:ext cx="110944" cy="94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H="1" flipV="1">
            <a:off x="10353767" y="2719996"/>
            <a:ext cx="145191" cy="1072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H="1" flipV="1">
            <a:off x="10164223" y="2580036"/>
            <a:ext cx="189544" cy="1399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H="1" flipV="1">
            <a:off x="10053279" y="2485953"/>
            <a:ext cx="110944" cy="94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 flipV="1">
            <a:off x="9986687" y="2424619"/>
            <a:ext cx="66592" cy="6133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H="1" flipV="1">
            <a:off x="10385785" y="2691464"/>
            <a:ext cx="74693" cy="492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H="1" flipV="1">
            <a:off x="10304025" y="2637192"/>
            <a:ext cx="81760" cy="542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>
            <a:off x="10304025" y="2637192"/>
            <a:ext cx="105943" cy="67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10409968" y="2704999"/>
            <a:ext cx="95025" cy="600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H="1" flipV="1">
            <a:off x="10486269" y="2755408"/>
            <a:ext cx="18724" cy="9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H="1" flipV="1">
            <a:off x="10460478" y="2740736"/>
            <a:ext cx="25791" cy="146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H="1" flipV="1">
            <a:off x="10222265" y="2582920"/>
            <a:ext cx="81760" cy="542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H="1" flipV="1">
            <a:off x="10154283" y="2537587"/>
            <a:ext cx="67982" cy="4533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10154283" y="2537587"/>
            <a:ext cx="26782" cy="1618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10181065" y="2553771"/>
            <a:ext cx="40561" cy="251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10221626" y="2578893"/>
            <a:ext cx="35740" cy="252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10257366" y="2604180"/>
            <a:ext cx="46659" cy="33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>
            <a:off x="10221626" y="2578893"/>
            <a:ext cx="40560" cy="251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>
            <a:off x="10262186" y="2604015"/>
            <a:ext cx="42822" cy="267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>
            <a:off x="10305008" y="2630738"/>
            <a:ext cx="57662" cy="372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>
            <a:off x="10362670" y="2667960"/>
            <a:ext cx="59924" cy="388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 flipV="1">
            <a:off x="10327569" y="2646700"/>
            <a:ext cx="95025" cy="600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H="1" flipV="1">
            <a:off x="10221626" y="2578893"/>
            <a:ext cx="105943" cy="67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10422594" y="2706782"/>
            <a:ext cx="59924" cy="388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10482518" y="2745605"/>
            <a:ext cx="50951" cy="332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H="1" flipV="1">
            <a:off x="10523718" y="2774754"/>
            <a:ext cx="9751" cy="413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H="1" flipV="1">
            <a:off x="10504993" y="2765081"/>
            <a:ext cx="18725" cy="9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H="1" flipV="1">
            <a:off x="10458335" y="2732069"/>
            <a:ext cx="46658" cy="33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H="1" flipV="1">
            <a:off x="10422594" y="2706782"/>
            <a:ext cx="35741" cy="252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H="1" flipV="1">
            <a:off x="10257366" y="2604180"/>
            <a:ext cx="46659" cy="33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H="1" flipV="1">
            <a:off x="10221626" y="2578893"/>
            <a:ext cx="35740" cy="252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10221626" y="2578893"/>
            <a:ext cx="105943" cy="67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10327569" y="2646700"/>
            <a:ext cx="95025" cy="600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10422594" y="2706782"/>
            <a:ext cx="35741" cy="252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10458335" y="2732069"/>
            <a:ext cx="46658" cy="33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 flipV="1">
            <a:off x="10409968" y="2704999"/>
            <a:ext cx="95025" cy="600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 flipV="1">
            <a:off x="10304025" y="2637192"/>
            <a:ext cx="105943" cy="678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9848088" y="2334439"/>
            <a:ext cx="81533" cy="5165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9929621" y="2386094"/>
            <a:ext cx="102300" cy="651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H="1" flipV="1">
            <a:off x="9996535" y="2430703"/>
            <a:ext cx="35386" cy="205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H="1">
            <a:off x="9993237" y="2430703"/>
            <a:ext cx="3298" cy="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H="1" flipV="1">
            <a:off x="9910278" y="2375984"/>
            <a:ext cx="82959" cy="550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 flipV="1">
            <a:off x="9848088" y="2334439"/>
            <a:ext cx="62190" cy="4154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10031921" y="2451217"/>
            <a:ext cx="102301" cy="6512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>
            <a:off x="10134222" y="2516339"/>
            <a:ext cx="93051" cy="5940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10227273" y="2575739"/>
            <a:ext cx="28033" cy="191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0255306" y="2594858"/>
            <a:ext cx="18783" cy="133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 flipV="1">
            <a:off x="10169049" y="2540140"/>
            <a:ext cx="105040" cy="681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H="1" flipV="1">
            <a:off x="10031921" y="2451217"/>
            <a:ext cx="137128" cy="889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10274089" y="2608255"/>
            <a:ext cx="18784" cy="133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10292873" y="2621652"/>
            <a:ext cx="12135" cy="90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H="1" flipV="1">
            <a:off x="10273530" y="2611542"/>
            <a:ext cx="31478" cy="191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H="1" flipV="1">
            <a:off x="10235404" y="2588035"/>
            <a:ext cx="38126" cy="235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V="1">
            <a:off x="10235404" y="2587741"/>
            <a:ext cx="3299" cy="2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10238703" y="2587741"/>
            <a:ext cx="35386" cy="205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H="1" flipV="1">
            <a:off x="10197279" y="2564528"/>
            <a:ext cx="38125" cy="235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 flipV="1">
            <a:off x="10154283" y="2537587"/>
            <a:ext cx="42996" cy="269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H="1" flipV="1">
            <a:off x="10076195" y="2486009"/>
            <a:ext cx="78088" cy="515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H="1" flipV="1">
            <a:off x="9993237" y="2430996"/>
            <a:ext cx="82958" cy="550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>
            <a:off x="9993237" y="2430996"/>
            <a:ext cx="137127" cy="889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>
            <a:off x="10130364" y="2519919"/>
            <a:ext cx="105040" cy="681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>
            <a:off x="10031921" y="2451217"/>
            <a:ext cx="137128" cy="889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10169049" y="2540140"/>
            <a:ext cx="105040" cy="681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H="1" flipV="1">
            <a:off x="10238703" y="2587741"/>
            <a:ext cx="35386" cy="205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H="1">
            <a:off x="10235404" y="2587741"/>
            <a:ext cx="3299" cy="2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H="1" flipV="1">
            <a:off x="10130364" y="2519919"/>
            <a:ext cx="105040" cy="681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H="1" flipV="1">
            <a:off x="9993237" y="2430996"/>
            <a:ext cx="137127" cy="889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9993237" y="2430703"/>
            <a:ext cx="3298" cy="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>
            <a:off x="9996535" y="2430703"/>
            <a:ext cx="35386" cy="205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H="1" flipV="1">
            <a:off x="10599619" y="2814656"/>
            <a:ext cx="6840" cy="23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H="1" flipV="1">
            <a:off x="10579078" y="2803805"/>
            <a:ext cx="20541" cy="108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H="1" flipV="1">
            <a:off x="10508521" y="2756512"/>
            <a:ext cx="70557" cy="47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H="1" flipV="1">
            <a:off x="10416795" y="2696136"/>
            <a:ext cx="91726" cy="60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10416795" y="2696136"/>
            <a:ext cx="101682" cy="646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10518477" y="2760821"/>
            <a:ext cx="87982" cy="562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H="1" flipV="1">
            <a:off x="10558538" y="2792954"/>
            <a:ext cx="20540" cy="108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H="1" flipV="1">
            <a:off x="10533469" y="2778887"/>
            <a:ext cx="25069" cy="140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H="1" flipV="1">
            <a:off x="10478653" y="2743584"/>
            <a:ext cx="54816" cy="353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H="1" flipV="1">
            <a:off x="10419310" y="2705065"/>
            <a:ext cx="59343" cy="385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10419310" y="2705065"/>
            <a:ext cx="69299" cy="428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10488609" y="2747894"/>
            <a:ext cx="90469" cy="559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H="1" flipV="1">
            <a:off x="10359966" y="2666546"/>
            <a:ext cx="59344" cy="385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H="1" flipV="1">
            <a:off x="10305008" y="2630738"/>
            <a:ext cx="54958" cy="3580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H="1" flipV="1">
            <a:off x="10278824" y="2612712"/>
            <a:ext cx="26184" cy="180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H="1" flipV="1">
            <a:off x="10257026" y="2597397"/>
            <a:ext cx="21798" cy="153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>
            <a:off x="10257026" y="2597397"/>
            <a:ext cx="91726" cy="603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>
            <a:off x="10348752" y="2657772"/>
            <a:ext cx="70558" cy="47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H="1" flipV="1">
            <a:off x="10235228" y="2582081"/>
            <a:ext cx="21798" cy="153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H="1" flipV="1">
            <a:off x="10227273" y="2575739"/>
            <a:ext cx="7955" cy="63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>
            <a:off x="10227273" y="2575739"/>
            <a:ext cx="87839" cy="5571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>
            <a:off x="10315112" y="2631451"/>
            <a:ext cx="101683" cy="646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H="1" flipV="1">
            <a:off x="10326326" y="2640225"/>
            <a:ext cx="90469" cy="559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H="1" flipV="1">
            <a:off x="10257026" y="2597397"/>
            <a:ext cx="69300" cy="428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H="1" flipV="1">
            <a:off x="10488609" y="2747894"/>
            <a:ext cx="90469" cy="559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H="1" flipV="1">
            <a:off x="10419310" y="2705065"/>
            <a:ext cx="69299" cy="428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H="1" flipV="1">
            <a:off x="10348752" y="2657772"/>
            <a:ext cx="70558" cy="47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H="1" flipV="1">
            <a:off x="10257026" y="2597397"/>
            <a:ext cx="91726" cy="603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10257026" y="2597397"/>
            <a:ext cx="69300" cy="4282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10326326" y="2640225"/>
            <a:ext cx="90469" cy="5591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10416795" y="2696136"/>
            <a:ext cx="91726" cy="60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10508521" y="2756512"/>
            <a:ext cx="70557" cy="472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10606459" y="2817039"/>
            <a:ext cx="64200" cy="6160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>
            <a:off x="10670659" y="2878639"/>
            <a:ext cx="69926" cy="681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H="1" flipV="1">
            <a:off x="10647393" y="2864026"/>
            <a:ext cx="93192" cy="827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H="1" flipV="1">
            <a:off x="10563049" y="2791395"/>
            <a:ext cx="84344" cy="726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>
            <a:off x="10563049" y="2791395"/>
            <a:ext cx="18842" cy="95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>
            <a:off x="10581891" y="2800930"/>
            <a:ext cx="24568" cy="161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>
            <a:off x="10740585" y="2946812"/>
            <a:ext cx="69926" cy="681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>
            <a:off x="10810511" y="3014986"/>
            <a:ext cx="57931" cy="571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H="1" flipV="1">
            <a:off x="10843900" y="3053311"/>
            <a:ext cx="24542" cy="188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H="1" flipV="1">
            <a:off x="10807362" y="3023464"/>
            <a:ext cx="36538" cy="298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H="1" flipV="1">
            <a:off x="10778398" y="2990216"/>
            <a:ext cx="28964" cy="332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H="1" flipV="1">
            <a:off x="10740585" y="2946812"/>
            <a:ext cx="37813" cy="43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H="1" flipV="1">
            <a:off x="10770825" y="2993616"/>
            <a:ext cx="36537" cy="298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H="1" flipV="1">
            <a:off x="10732454" y="2961664"/>
            <a:ext cx="38371" cy="319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H="1" flipV="1">
            <a:off x="10682057" y="2915907"/>
            <a:ext cx="50397" cy="457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H="1" flipV="1">
            <a:off x="10629827" y="2868046"/>
            <a:ext cx="52230" cy="478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>
            <a:off x="10629827" y="2868046"/>
            <a:ext cx="84343" cy="726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>
            <a:off x="10714170" y="2940677"/>
            <a:ext cx="93192" cy="827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H="1" flipV="1">
            <a:off x="10577596" y="2820185"/>
            <a:ext cx="52231" cy="478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H="1" flipV="1">
            <a:off x="10533469" y="2778887"/>
            <a:ext cx="44127" cy="4129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>
            <a:off x="10533469" y="2778887"/>
            <a:ext cx="10739" cy="29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>
            <a:off x="10544208" y="2781860"/>
            <a:ext cx="18841" cy="95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>
            <a:off x="10563049" y="2791395"/>
            <a:ext cx="37813" cy="43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>
            <a:off x="10600862" y="2834799"/>
            <a:ext cx="28965" cy="332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0740585" y="2946812"/>
            <a:ext cx="37813" cy="43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0778398" y="2990216"/>
            <a:ext cx="28964" cy="3324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H="1" flipV="1">
            <a:off x="10714170" y="2940677"/>
            <a:ext cx="93192" cy="827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H="1" flipV="1">
            <a:off x="10629827" y="2868046"/>
            <a:ext cx="84343" cy="726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H="1" flipV="1">
            <a:off x="10600862" y="2834799"/>
            <a:ext cx="28965" cy="332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H="1" flipV="1">
            <a:off x="10563049" y="2791395"/>
            <a:ext cx="37813" cy="43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>
            <a:off x="10563049" y="2791395"/>
            <a:ext cx="84344" cy="726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10647393" y="2864026"/>
            <a:ext cx="93192" cy="827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H="1" flipV="1">
            <a:off x="11058163" y="3264669"/>
            <a:ext cx="74862" cy="632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H="1" flipV="1">
            <a:off x="10967813" y="3185507"/>
            <a:ext cx="90350" cy="791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>
            <a:off x="10967813" y="3185507"/>
            <a:ext cx="33316" cy="22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V="1">
            <a:off x="11001129" y="3205727"/>
            <a:ext cx="5369" cy="27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>
            <a:off x="11006498" y="3205727"/>
            <a:ext cx="71007" cy="690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>
            <a:off x="11077505" y="3274779"/>
            <a:ext cx="52251" cy="510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H="1" flipV="1">
            <a:off x="10877463" y="3106345"/>
            <a:ext cx="90350" cy="791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H="1" flipV="1">
            <a:off x="10795451" y="3033976"/>
            <a:ext cx="82012" cy="7236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H="1" flipV="1">
            <a:off x="10772001" y="3009474"/>
            <a:ext cx="23450" cy="245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H="1" flipV="1">
            <a:off x="10756888" y="2991764"/>
            <a:ext cx="15113" cy="177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>
            <a:off x="10756888" y="2991764"/>
            <a:ext cx="91489" cy="840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>
            <a:off x="10848377" y="3075800"/>
            <a:ext cx="119436" cy="1097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 flipH="1" flipV="1">
            <a:off x="10741776" y="2974055"/>
            <a:ext cx="15112" cy="177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 flipH="1" flipV="1">
            <a:off x="10732454" y="2961664"/>
            <a:ext cx="9322" cy="123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10732454" y="2961664"/>
            <a:ext cx="28664" cy="2250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10761118" y="2984165"/>
            <a:ext cx="34455" cy="278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 flipH="1">
            <a:off x="10790204" y="3011985"/>
            <a:ext cx="5369" cy="2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 flipH="1" flipV="1">
            <a:off x="10756888" y="2991764"/>
            <a:ext cx="33316" cy="22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>
            <a:off x="10795573" y="3011985"/>
            <a:ext cx="34455" cy="278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>
            <a:off x="10830028" y="3039804"/>
            <a:ext cx="38414" cy="323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>
            <a:off x="10868442" y="3072127"/>
            <a:ext cx="67048" cy="6454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>
            <a:off x="10935490" y="3136676"/>
            <a:ext cx="71008" cy="6905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 flipH="1" flipV="1">
            <a:off x="10887062" y="3096020"/>
            <a:ext cx="119436" cy="1097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 flipH="1" flipV="1">
            <a:off x="10795573" y="3011985"/>
            <a:ext cx="91489" cy="840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 flipH="1" flipV="1">
            <a:off x="10848377" y="3075800"/>
            <a:ext cx="119436" cy="1097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 flipH="1" flipV="1">
            <a:off x="10756888" y="2991764"/>
            <a:ext cx="91489" cy="840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10756888" y="2991764"/>
            <a:ext cx="33316" cy="22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 flipV="1">
            <a:off x="10790204" y="3011985"/>
            <a:ext cx="5369" cy="2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>
            <a:off x="10795573" y="3011985"/>
            <a:ext cx="91489" cy="8403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>
            <a:off x="10887062" y="3096020"/>
            <a:ext cx="119436" cy="1097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 flipH="1">
            <a:off x="11001129" y="3205727"/>
            <a:ext cx="5369" cy="27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 flipH="1" flipV="1">
            <a:off x="10967813" y="3185507"/>
            <a:ext cx="33316" cy="22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>
            <a:off x="10460478" y="2740736"/>
            <a:ext cx="8062" cy="9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>
            <a:off x="10468540" y="2741683"/>
            <a:ext cx="20424" cy="109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>
            <a:off x="10488964" y="2752671"/>
            <a:ext cx="59876" cy="598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>
            <a:off x="10548840" y="2812512"/>
            <a:ext cx="78975" cy="75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 flipH="1" flipV="1">
            <a:off x="10537966" y="2809281"/>
            <a:ext cx="89849" cy="785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 flipH="1" flipV="1">
            <a:off x="10460478" y="2740736"/>
            <a:ext cx="77488" cy="6854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10488964" y="2752671"/>
            <a:ext cx="20424" cy="1098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10509388" y="2763660"/>
            <a:ext cx="24081" cy="152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10533469" y="2778887"/>
            <a:ext cx="47992" cy="433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10581461" y="2822206"/>
            <a:ext cx="51650" cy="475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H="1" flipV="1">
            <a:off x="10570587" y="2818975"/>
            <a:ext cx="62524" cy="507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H="1" flipV="1">
            <a:off x="10488964" y="2752671"/>
            <a:ext cx="81623" cy="663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>
            <a:off x="10633111" y="2869763"/>
            <a:ext cx="51650" cy="4755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>
            <a:off x="10684761" y="2917321"/>
            <a:ext cx="47693" cy="443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>
            <a:off x="10732454" y="2961664"/>
            <a:ext cx="21733" cy="2325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10754187" y="2984919"/>
            <a:ext cx="17775" cy="200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 flipH="1" flipV="1">
            <a:off x="10692987" y="2929604"/>
            <a:ext cx="78975" cy="75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 flipH="1" flipV="1">
            <a:off x="10633111" y="2869763"/>
            <a:ext cx="59876" cy="598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>
            <a:off x="10771962" y="3004960"/>
            <a:ext cx="17775" cy="200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>
            <a:off x="10789737" y="3025001"/>
            <a:ext cx="5714" cy="89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 flipH="1" flipV="1">
            <a:off x="10717664" y="2966455"/>
            <a:ext cx="77787" cy="6752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 flipH="1" flipV="1">
            <a:off x="10627815" y="2887868"/>
            <a:ext cx="89849" cy="785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10627815" y="2887868"/>
            <a:ext cx="81623" cy="663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>
            <a:off x="10709438" y="2954171"/>
            <a:ext cx="62524" cy="5078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>
            <a:off x="10488964" y="2752671"/>
            <a:ext cx="81623" cy="663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>
            <a:off x="10570587" y="2818975"/>
            <a:ext cx="62524" cy="507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>
            <a:off x="10633111" y="2869763"/>
            <a:ext cx="59876" cy="598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10692987" y="2929604"/>
            <a:ext cx="78975" cy="75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 flipH="1" flipV="1">
            <a:off x="10709438" y="2954171"/>
            <a:ext cx="62524" cy="5078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 flipH="1" flipV="1">
            <a:off x="10627815" y="2887868"/>
            <a:ext cx="81623" cy="663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 flipH="1" flipV="1">
            <a:off x="10548840" y="2812512"/>
            <a:ext cx="78975" cy="75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 flipH="1" flipV="1">
            <a:off x="10488964" y="2752671"/>
            <a:ext cx="59876" cy="598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 flipV="1">
            <a:off x="10606459" y="2787077"/>
            <a:ext cx="108938" cy="299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 flipV="1">
            <a:off x="10715397" y="2761919"/>
            <a:ext cx="131707" cy="2515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H="1">
            <a:off x="10769223" y="2761919"/>
            <a:ext cx="77881" cy="894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H="1">
            <a:off x="10726523" y="2851384"/>
            <a:ext cx="42700" cy="968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 flipH="1" flipV="1">
            <a:off x="10655106" y="2880253"/>
            <a:ext cx="71417" cy="6801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 flipH="1" flipV="1">
            <a:off x="10606459" y="2817039"/>
            <a:ext cx="48647" cy="632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10847104" y="2736761"/>
            <a:ext cx="131707" cy="2515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V="1">
            <a:off x="10978811" y="2720519"/>
            <a:ext cx="117142" cy="162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>
            <a:off x="11095953" y="2720519"/>
            <a:ext cx="15619" cy="442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nector 1163"/>
          <p:cNvCxnSpPr/>
          <p:nvPr/>
        </p:nvCxnSpPr>
        <p:spPr>
          <a:xfrm>
            <a:off x="11111572" y="2764775"/>
            <a:ext cx="1054" cy="531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onnector 1164"/>
          <p:cNvCxnSpPr/>
          <p:nvPr/>
        </p:nvCxnSpPr>
        <p:spPr>
          <a:xfrm flipH="1" flipV="1">
            <a:off x="10997456" y="2793645"/>
            <a:ext cx="115170" cy="24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 flipH="1" flipV="1">
            <a:off x="10847104" y="2761919"/>
            <a:ext cx="150352" cy="317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11112626" y="2817947"/>
            <a:ext cx="1053" cy="531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 flipH="1">
            <a:off x="11107444" y="2871118"/>
            <a:ext cx="6235" cy="5163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 flipH="1">
            <a:off x="11053389" y="2922751"/>
            <a:ext cx="54055" cy="415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H="1">
            <a:off x="10992045" y="2964294"/>
            <a:ext cx="61344" cy="40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 flipV="1">
            <a:off x="10992045" y="2907411"/>
            <a:ext cx="42700" cy="968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V="1">
            <a:off x="11034745" y="2817947"/>
            <a:ext cx="77881" cy="894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H="1">
            <a:off x="10930701" y="3004299"/>
            <a:ext cx="61344" cy="400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 flipH="1">
            <a:off x="10868442" y="3044304"/>
            <a:ext cx="62259" cy="2782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 flipH="1" flipV="1">
            <a:off x="10797940" y="3016290"/>
            <a:ext cx="70502" cy="5583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 flipH="1" flipV="1">
            <a:off x="10726523" y="2948272"/>
            <a:ext cx="71417" cy="680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10726523" y="2948272"/>
            <a:ext cx="150352" cy="31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10876875" y="2979997"/>
            <a:ext cx="115170" cy="24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10847104" y="2761919"/>
            <a:ext cx="150352" cy="317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>
            <a:off x="10997456" y="2793645"/>
            <a:ext cx="115170" cy="24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 flipH="1">
            <a:off x="11034745" y="2817947"/>
            <a:ext cx="77881" cy="894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 flipH="1">
            <a:off x="10992045" y="2907411"/>
            <a:ext cx="42700" cy="968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 flipH="1" flipV="1">
            <a:off x="10876875" y="2979997"/>
            <a:ext cx="115170" cy="24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 flipH="1" flipV="1">
            <a:off x="10726523" y="2948272"/>
            <a:ext cx="150352" cy="317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 flipV="1">
            <a:off x="10726523" y="2851384"/>
            <a:ext cx="42700" cy="968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 flipV="1">
            <a:off x="10769223" y="2761919"/>
            <a:ext cx="77881" cy="894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 flipH="1">
            <a:off x="11544982" y="2623999"/>
            <a:ext cx="40465" cy="807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 flipH="1">
            <a:off x="11482792" y="2704784"/>
            <a:ext cx="62190" cy="943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 flipH="1" flipV="1">
            <a:off x="11430150" y="2721060"/>
            <a:ext cx="52642" cy="780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 flipH="1" flipV="1">
            <a:off x="11343941" y="2663951"/>
            <a:ext cx="86209" cy="571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 flipV="1">
            <a:off x="11343941" y="2637186"/>
            <a:ext cx="131616" cy="267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 flipV="1">
            <a:off x="11475557" y="2623999"/>
            <a:ext cx="109890" cy="131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H="1">
            <a:off x="11420601" y="2799148"/>
            <a:ext cx="62191" cy="9436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 flipH="1">
            <a:off x="11357936" y="2893512"/>
            <a:ext cx="62665" cy="8209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 flipH="1" flipV="1">
            <a:off x="11293930" y="2972681"/>
            <a:ext cx="64006" cy="29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H="1" flipV="1">
            <a:off x="11229450" y="2957487"/>
            <a:ext cx="64480" cy="151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V="1">
            <a:off x="11229450" y="2888808"/>
            <a:ext cx="109887" cy="68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 flipV="1">
            <a:off x="11339337" y="2799148"/>
            <a:ext cx="143455" cy="896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 flipH="1" flipV="1">
            <a:off x="11164969" y="2942293"/>
            <a:ext cx="64481" cy="151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 flipH="1" flipV="1">
            <a:off x="11107444" y="2922751"/>
            <a:ext cx="57525" cy="195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 flipH="1" flipV="1">
            <a:off x="11095544" y="2874694"/>
            <a:ext cx="11900" cy="4805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 flipH="1" flipV="1">
            <a:off x="11090599" y="2822290"/>
            <a:ext cx="4945" cy="52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>
            <a:off x="11090599" y="2822290"/>
            <a:ext cx="86209" cy="571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>
            <a:off x="11176808" y="2879399"/>
            <a:ext cx="52642" cy="780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 flipH="1" flipV="1">
            <a:off x="11085654" y="2769886"/>
            <a:ext cx="4945" cy="524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 flipV="1">
            <a:off x="11085654" y="2720519"/>
            <a:ext cx="10299" cy="4936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 flipV="1">
            <a:off x="11095953" y="2690717"/>
            <a:ext cx="116372" cy="298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 flipV="1">
            <a:off x="11212325" y="2663951"/>
            <a:ext cx="131616" cy="2676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 flipH="1">
            <a:off x="11200486" y="2663951"/>
            <a:ext cx="143455" cy="896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 flipH="1">
            <a:off x="11090599" y="2753611"/>
            <a:ext cx="109887" cy="68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 flipH="1">
            <a:off x="11339337" y="2799148"/>
            <a:ext cx="143455" cy="896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H="1">
            <a:off x="11229450" y="2888808"/>
            <a:ext cx="109887" cy="68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 flipH="1" flipV="1">
            <a:off x="11176808" y="2879399"/>
            <a:ext cx="52642" cy="780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 flipH="1" flipV="1">
            <a:off x="11090599" y="2822290"/>
            <a:ext cx="86209" cy="571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 flipV="1">
            <a:off x="11090599" y="2753611"/>
            <a:ext cx="109887" cy="686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V="1">
            <a:off x="11200486" y="2663951"/>
            <a:ext cx="143455" cy="8966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>
            <a:off x="11343941" y="2663951"/>
            <a:ext cx="86209" cy="5710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>
            <a:off x="11430150" y="2721060"/>
            <a:ext cx="52642" cy="7808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 flipH="1" flipV="1">
            <a:off x="11061952" y="3276393"/>
            <a:ext cx="71598" cy="4972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 flipH="1" flipV="1">
            <a:off x="10992436" y="3207187"/>
            <a:ext cx="69516" cy="692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 flipV="1">
            <a:off x="10992436" y="3195811"/>
            <a:ext cx="130522" cy="11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 flipV="1">
            <a:off x="11122958" y="3156031"/>
            <a:ext cx="128909" cy="397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 flipH="1">
            <a:off x="11191668" y="3156031"/>
            <a:ext cx="60199" cy="9478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 flipH="1">
            <a:off x="11126886" y="3250815"/>
            <a:ext cx="64782" cy="766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 flipH="1" flipV="1">
            <a:off x="10922919" y="3137980"/>
            <a:ext cx="69517" cy="692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 flipH="1" flipV="1">
            <a:off x="10868442" y="3072127"/>
            <a:ext cx="54477" cy="658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 flipV="1">
            <a:off x="10868442" y="3030797"/>
            <a:ext cx="48387" cy="4133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 flipV="1">
            <a:off x="10916829" y="2992820"/>
            <a:ext cx="63427" cy="379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>
            <a:off x="10980256" y="2992820"/>
            <a:ext cx="5283" cy="929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>
            <a:off x="10985539" y="3085802"/>
            <a:ext cx="6897" cy="121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 flipV="1">
            <a:off x="10980256" y="2954843"/>
            <a:ext cx="63426" cy="379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V="1">
            <a:off x="11043682" y="2922751"/>
            <a:ext cx="63762" cy="3209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>
            <a:off x="11107444" y="2922751"/>
            <a:ext cx="65954" cy="65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11173398" y="2929265"/>
            <a:ext cx="66290" cy="1240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 flipH="1">
            <a:off x="11110779" y="2941665"/>
            <a:ext cx="128909" cy="397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 flipH="1">
            <a:off x="10980256" y="2981444"/>
            <a:ext cx="130523" cy="11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>
            <a:off x="11239688" y="2941665"/>
            <a:ext cx="66289" cy="1239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>
            <a:off x="11305977" y="2954064"/>
            <a:ext cx="51959" cy="215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 flipH="1">
            <a:off x="11312067" y="2975607"/>
            <a:ext cx="45869" cy="856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 flipH="1">
            <a:off x="11251867" y="3061247"/>
            <a:ext cx="60200" cy="9478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H="1" flipV="1">
            <a:off x="11244971" y="3034646"/>
            <a:ext cx="6896" cy="121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H="1" flipV="1">
            <a:off x="11239688" y="2941665"/>
            <a:ext cx="5283" cy="929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H="1" flipV="1">
            <a:off x="10985539" y="3085802"/>
            <a:ext cx="6897" cy="121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H="1" flipV="1">
            <a:off x="10980256" y="2992820"/>
            <a:ext cx="5283" cy="929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 flipV="1">
            <a:off x="10980256" y="2981444"/>
            <a:ext cx="130523" cy="11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 flipV="1">
            <a:off x="11110779" y="2941665"/>
            <a:ext cx="128909" cy="397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>
            <a:off x="11239688" y="2941665"/>
            <a:ext cx="5283" cy="9298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>
            <a:off x="11244971" y="3034646"/>
            <a:ext cx="6896" cy="1213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 flipH="1">
            <a:off x="11122958" y="3156031"/>
            <a:ext cx="128909" cy="397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 flipH="1">
            <a:off x="10992436" y="3195811"/>
            <a:ext cx="130522" cy="113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 flipH="1" flipV="1">
            <a:off x="11129756" y="3325838"/>
            <a:ext cx="3794" cy="28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H="1">
            <a:off x="11126886" y="3325838"/>
            <a:ext cx="2870" cy="16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>
            <a:off x="11126886" y="3327458"/>
            <a:ext cx="2020" cy="12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 flipV="1">
            <a:off x="11128906" y="3327918"/>
            <a:ext cx="4119" cy="8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 flipV="1">
            <a:off x="11133025" y="3326122"/>
            <a:ext cx="525" cy="179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TextBox 1255"/>
          <p:cNvSpPr txBox="1"/>
          <p:nvPr/>
        </p:nvSpPr>
        <p:spPr>
          <a:xfrm>
            <a:off x="9765792" y="3666744"/>
            <a:ext cx="19385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387 节点 · 581 边</a:t>
            </a:r>
          </a:p>
        </p:txBody>
      </p:sp>
      <p:cxnSp>
        <p:nvCxnSpPr>
          <p:cNvPr id="1257" name="Connector 1256"/>
          <p:cNvCxnSpPr/>
          <p:nvPr/>
        </p:nvCxnSpPr>
        <p:spPr>
          <a:xfrm>
            <a:off x="576072" y="4169663"/>
            <a:ext cx="11036808" cy="0"/>
          </a:xfrm>
          <a:prstGeom prst="line">
            <a:avLst/>
          </a:prstGeom>
          <a:ln w="889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TextBox 1257"/>
          <p:cNvSpPr txBox="1"/>
          <p:nvPr/>
        </p:nvSpPr>
        <p:spPr>
          <a:xfrm>
            <a:off x="713232" y="4434840"/>
            <a:ext cx="2011680" cy="3749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Python API</a:t>
            </a:r>
          </a:p>
        </p:txBody>
      </p:sp>
      <p:sp>
        <p:nvSpPr>
          <p:cNvPr id="1259" name="TextBox 1258"/>
          <p:cNvSpPr txBox="1"/>
          <p:nvPr/>
        </p:nvSpPr>
        <p:spPr>
          <a:xfrm>
            <a:off x="3063240" y="4425696"/>
            <a:ext cx="3840480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2D73B2"/>
                </a:solidFill>
                <a:latin typeface="Microsoft YaHei"/>
              </a:rPr>
              <a:t>共同的节点、边与路线数据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7360920" y="4434840"/>
            <a:ext cx="2907792" cy="3749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FiberScope APP</a:t>
            </a:r>
          </a:p>
        </p:txBody>
      </p:sp>
      <p:cxnSp>
        <p:nvCxnSpPr>
          <p:cNvPr id="1261" name="Connector 1260"/>
          <p:cNvCxnSpPr/>
          <p:nvPr/>
        </p:nvCxnSpPr>
        <p:spPr>
          <a:xfrm>
            <a:off x="2697480" y="4636008"/>
            <a:ext cx="274320" cy="0"/>
          </a:xfrm>
          <a:prstGeom prst="line">
            <a:avLst/>
          </a:prstGeom>
          <a:ln w="2540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>
            <a:off x="6885432" y="4636008"/>
            <a:ext cx="347472" cy="0"/>
          </a:xfrm>
          <a:prstGeom prst="line">
            <a:avLst/>
          </a:prstGeom>
          <a:ln w="2540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3" name="TextBox 1262"/>
          <p:cNvSpPr txBox="1"/>
          <p:nvPr/>
        </p:nvSpPr>
        <p:spPr>
          <a:xfrm>
            <a:off x="914400" y="5084064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>
                <a:solidFill>
                  <a:srgbClr val="6A7A8A"/>
                </a:solidFill>
                <a:latin typeface="Microsoft YaHei"/>
              </a:rPr>
              <a:t>同参数计算 · 同源结果 · 分别承担编程与交互入口</a:t>
            </a:r>
          </a:p>
        </p:txBody>
      </p:sp>
      <p:pic>
        <p:nvPicPr>
          <p:cNvPr id="1264" name="Picture 1263" descr="structur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6" y="4818888"/>
            <a:ext cx="246888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1115568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C2B40"/>
                </a:solidFill>
                <a:latin typeface="Microsoft YaHei"/>
              </a:rPr>
              <a:t>计算一致性与本地交付门槛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" y="813816"/>
            <a:ext cx="11256264" cy="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488" y="6492240"/>
            <a:ext cx="10881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Microsoft YaHei"/>
              </a:rPr>
              <a:t>来源：PROGRESS.md 与完整测试记录；跨机器、Linux/macOS 尚未验收。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A7A8A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322576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4408" y="1115568"/>
            <a:ext cx="2889504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测试范围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15568"/>
            <a:ext cx="4992624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当前观察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" y="1572768"/>
            <a:ext cx="10872216" cy="0"/>
          </a:xfrm>
          <a:prstGeom prst="line">
            <a:avLst/>
          </a:prstGeom>
          <a:ln w="1270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1682496"/>
            <a:ext cx="235915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C2B40"/>
                </a:solidFill>
                <a:latin typeface="Microsoft YaHei"/>
              </a:rPr>
              <a:t>数值迁移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682496"/>
            <a:ext cx="29169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40 组黄金数组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82496"/>
            <a:ext cx="49560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2D73B2"/>
                </a:solidFill>
                <a:latin typeface="Microsoft YaHei"/>
              </a:rPr>
              <a:t>最大相对偏差 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9224" y="2249424"/>
            <a:ext cx="10872216" cy="0"/>
          </a:xfrm>
          <a:prstGeom prst="line">
            <a:avLst/>
          </a:prstGeom>
          <a:ln w="6985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432304"/>
            <a:ext cx="235915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C2B40"/>
                </a:solidFill>
                <a:latin typeface="Microsoft YaHei"/>
              </a:rPr>
              <a:t>库端完整回归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432304"/>
            <a:ext cx="29169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Python 3.10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32304"/>
            <a:ext cx="49560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2D73B2"/>
                </a:solidFill>
                <a:latin typeface="Microsoft YaHei"/>
              </a:rPr>
              <a:t>368 通过 / 19 跳过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9224" y="2999232"/>
            <a:ext cx="10872216" cy="0"/>
          </a:xfrm>
          <a:prstGeom prst="line">
            <a:avLst/>
          </a:prstGeom>
          <a:ln w="6985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182112"/>
            <a:ext cx="235915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C2B40"/>
                </a:solidFill>
                <a:latin typeface="Microsoft YaHei"/>
              </a:rPr>
              <a:t>APP 完整回归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3182112"/>
            <a:ext cx="29169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Windows 本机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82112"/>
            <a:ext cx="49560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2D73B2"/>
                </a:solidFill>
                <a:latin typeface="Microsoft YaHei"/>
              </a:rPr>
              <a:t>25 / 25 套通过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" y="3749039"/>
            <a:ext cx="10872216" cy="0"/>
          </a:xfrm>
          <a:prstGeom prst="line">
            <a:avLst/>
          </a:prstGeom>
          <a:ln w="6985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3931920"/>
            <a:ext cx="235915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C2B40"/>
                </a:solidFill>
                <a:latin typeface="Microsoft YaHei"/>
              </a:rPr>
              <a:t>可安装库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931920"/>
            <a:ext cx="29169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独立 wheel 目录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49560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2D73B2"/>
                </a:solidFill>
                <a:latin typeface="Microsoft YaHei"/>
              </a:rPr>
              <a:t>标注与逆设计 API 实跑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" y="4498848"/>
            <a:ext cx="10872216" cy="0"/>
          </a:xfrm>
          <a:prstGeom prst="line">
            <a:avLst/>
          </a:prstGeom>
          <a:ln w="6985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4681728"/>
            <a:ext cx="235915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C2B40"/>
                </a:solidFill>
                <a:latin typeface="Microsoft YaHei"/>
              </a:rPr>
              <a:t>冻结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4681728"/>
            <a:ext cx="2916936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onedir 干净目录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81728"/>
            <a:ext cx="49560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2D73B2"/>
                </a:solidFill>
                <a:latin typeface="Microsoft YaHei"/>
              </a:rPr>
              <a:t>依赖 / 冒烟 / 可携带性 / 复制验收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9224" y="5248656"/>
            <a:ext cx="10872216" cy="0"/>
          </a:xfrm>
          <a:prstGeom prst="line">
            <a:avLst/>
          </a:prstGeom>
          <a:ln w="6985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4944" y="5724144"/>
            <a:ext cx="58521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证据范围：软件数值与交付一致性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724144"/>
            <a:ext cx="4974336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A7A8A"/>
                </a:solidFill>
                <a:latin typeface="Microsoft YaHei"/>
              </a:rPr>
              <a:t>材料性能及跨平台泛化仍需独立验证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1115568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C2B40"/>
                </a:solidFill>
                <a:latin typeface="Microsoft YaHei"/>
              </a:rPr>
              <a:t>加载方向改变阈值招募的贯通时序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" y="813816"/>
            <a:ext cx="11256264" cy="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488" y="6492240"/>
            <a:ext cx="10881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Microsoft YaHei"/>
              </a:rPr>
              <a:t>3×3 六边形，种子 11，边上 2 个控制点，扰动 0.2；正向轴应变下限 0.10；颜色不代表完整力流。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A7A8A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157276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沿 x 拉伸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618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1.08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734264" y="3154766"/>
            <a:ext cx="80825" cy="364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15089" y="3118732"/>
            <a:ext cx="109410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24499" y="3066958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006252" y="2991631"/>
            <a:ext cx="108" cy="75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06252" y="2895845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006142" y="2813727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925652" y="2777115"/>
            <a:ext cx="80490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828616" y="2717570"/>
            <a:ext cx="97036" cy="595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734377" y="2688609"/>
            <a:ext cx="94239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53668" y="2688609"/>
            <a:ext cx="80709" cy="373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544207" y="2725919"/>
            <a:ext cx="109461" cy="360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61560" y="2761987"/>
            <a:ext cx="82647" cy="524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61560" y="2814476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49728" y="2889073"/>
            <a:ext cx="11832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49728" y="2984816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61560" y="3066210"/>
            <a:ext cx="81475" cy="3732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43035" y="3103539"/>
            <a:ext cx="97088" cy="595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40123" y="3163106"/>
            <a:ext cx="94141" cy="281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78009" y="3154766"/>
            <a:ext cx="80824" cy="3649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358833" y="3118732"/>
            <a:ext cx="109411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68244" y="3066958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549997" y="2991631"/>
            <a:ext cx="108" cy="75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549997" y="2895845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549887" y="2813727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469397" y="2777115"/>
            <a:ext cx="80490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372361" y="2717570"/>
            <a:ext cx="97036" cy="595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278123" y="2688609"/>
            <a:ext cx="94238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197420" y="2688609"/>
            <a:ext cx="80703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088004" y="2725915"/>
            <a:ext cx="109416" cy="360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006142" y="2761954"/>
            <a:ext cx="81862" cy="517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06142" y="2813727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993480" y="2889055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93480" y="2984841"/>
            <a:ext cx="12880" cy="821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06360" y="3066958"/>
            <a:ext cx="80488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86848" y="3103570"/>
            <a:ext cx="97028" cy="59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183876" y="3163111"/>
            <a:ext cx="94133" cy="281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21755" y="3154762"/>
            <a:ext cx="80831" cy="3649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02586" y="3118698"/>
            <a:ext cx="109454" cy="360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12040" y="3066210"/>
            <a:ext cx="82647" cy="524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094687" y="2991613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094687" y="2895870"/>
            <a:ext cx="11832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4094687" y="2814476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4013211" y="2777146"/>
            <a:ext cx="81476" cy="37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916114" y="2717575"/>
            <a:ext cx="97097" cy="595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3821870" y="2688609"/>
            <a:ext cx="94244" cy="289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741165" y="2688609"/>
            <a:ext cx="80705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631748" y="2725915"/>
            <a:ext cx="109417" cy="360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549887" y="2761954"/>
            <a:ext cx="81861" cy="517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49887" y="2813727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537225" y="2889055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537225" y="2984841"/>
            <a:ext cx="12880" cy="821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550105" y="3066958"/>
            <a:ext cx="80488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30593" y="3103570"/>
            <a:ext cx="97028" cy="59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727621" y="3163111"/>
            <a:ext cx="94134" cy="281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734377" y="2651303"/>
            <a:ext cx="80705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815082" y="2615265"/>
            <a:ext cx="109417" cy="360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924499" y="2563491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3006252" y="2488163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006252" y="2392378"/>
            <a:ext cx="12770" cy="957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3006142" y="2310260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2925652" y="2273647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2828616" y="2214103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2734377" y="2185142"/>
            <a:ext cx="94239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2653668" y="2185142"/>
            <a:ext cx="80709" cy="373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2544207" y="2222451"/>
            <a:ext cx="109461" cy="360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2461560" y="2258520"/>
            <a:ext cx="82647" cy="524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461560" y="2311009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2449728" y="2385606"/>
            <a:ext cx="11832" cy="957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49728" y="2481348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461560" y="2562742"/>
            <a:ext cx="81476" cy="37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543036" y="2600072"/>
            <a:ext cx="97097" cy="595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640133" y="2659643"/>
            <a:ext cx="94244" cy="289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278123" y="2651303"/>
            <a:ext cx="80704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358827" y="2615265"/>
            <a:ext cx="109416" cy="360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468243" y="2563491"/>
            <a:ext cx="81862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3549997" y="2488163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549997" y="2392378"/>
            <a:ext cx="12770" cy="957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3549887" y="2310260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3469397" y="2273647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3372361" y="2214103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3278123" y="2185142"/>
            <a:ext cx="94238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3197420" y="2185142"/>
            <a:ext cx="80703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088004" y="2222448"/>
            <a:ext cx="109416" cy="360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3006142" y="2258486"/>
            <a:ext cx="81862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006142" y="2310260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2993480" y="2385588"/>
            <a:ext cx="12770" cy="957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993480" y="2481373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006360" y="2563491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86850" y="2600104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183886" y="2659648"/>
            <a:ext cx="94237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821870" y="2651300"/>
            <a:ext cx="80709" cy="373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902579" y="2615232"/>
            <a:ext cx="109461" cy="360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012040" y="2562742"/>
            <a:ext cx="82647" cy="5249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094687" y="2488145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094687" y="2392403"/>
            <a:ext cx="11832" cy="957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4094687" y="2311009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4013211" y="2273679"/>
            <a:ext cx="81476" cy="37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3916114" y="2214108"/>
            <a:ext cx="97097" cy="595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3821870" y="2185142"/>
            <a:ext cx="94244" cy="289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3741165" y="2185142"/>
            <a:ext cx="80705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3631748" y="2222448"/>
            <a:ext cx="109417" cy="360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3549887" y="2258486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549887" y="2310260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3537225" y="2385588"/>
            <a:ext cx="12770" cy="957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537225" y="2481373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550105" y="2563491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630595" y="2600104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27631" y="2659648"/>
            <a:ext cx="94239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734377" y="2147836"/>
            <a:ext cx="80705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815082" y="2111797"/>
            <a:ext cx="109417" cy="360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924499" y="2060024"/>
            <a:ext cx="81861" cy="517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3006252" y="1984696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006252" y="1888910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3006142" y="1806793"/>
            <a:ext cx="12880" cy="821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925654" y="1770181"/>
            <a:ext cx="80488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828626" y="1710640"/>
            <a:ext cx="97028" cy="59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2734492" y="1682496"/>
            <a:ext cx="94134" cy="281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2653661" y="1682496"/>
            <a:ext cx="80831" cy="3649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2544207" y="1718989"/>
            <a:ext cx="109454" cy="360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2461560" y="1755053"/>
            <a:ext cx="82647" cy="524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461560" y="1807541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2449728" y="1882138"/>
            <a:ext cx="11832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49728" y="1977881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461560" y="2059275"/>
            <a:ext cx="81476" cy="37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543036" y="2096605"/>
            <a:ext cx="97097" cy="595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640133" y="2156176"/>
            <a:ext cx="94244" cy="289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278123" y="2147836"/>
            <a:ext cx="80704" cy="373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358827" y="2111797"/>
            <a:ext cx="109416" cy="360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468243" y="2060024"/>
            <a:ext cx="81862" cy="517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3549997" y="1984696"/>
            <a:ext cx="108" cy="75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549997" y="1888910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3549887" y="1806793"/>
            <a:ext cx="12880" cy="821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3469399" y="1770181"/>
            <a:ext cx="80488" cy="3661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 flipV="1">
            <a:off x="3372371" y="1710640"/>
            <a:ext cx="97028" cy="59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3278238" y="1682495"/>
            <a:ext cx="94133" cy="281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3197414" y="1682495"/>
            <a:ext cx="80824" cy="3649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3088003" y="1718985"/>
            <a:ext cx="109411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3006142" y="1755019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006142" y="1806793"/>
            <a:ext cx="108" cy="75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2993480" y="1882120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993480" y="1977906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006360" y="2060024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086850" y="2096637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183886" y="2156181"/>
            <a:ext cx="94237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3821870" y="2147832"/>
            <a:ext cx="80709" cy="373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3902579" y="2111764"/>
            <a:ext cx="109461" cy="360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012040" y="2059275"/>
            <a:ext cx="82647" cy="524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094687" y="1984678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094687" y="1888935"/>
            <a:ext cx="11832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 flipV="1">
            <a:off x="4094687" y="1807541"/>
            <a:ext cx="11832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 flipV="1">
            <a:off x="4013212" y="1770212"/>
            <a:ext cx="81475" cy="3732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3916124" y="1710645"/>
            <a:ext cx="97088" cy="595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 flipV="1">
            <a:off x="3821983" y="1682496"/>
            <a:ext cx="94141" cy="281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3741158" y="1682496"/>
            <a:ext cx="80825" cy="364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3631748" y="1718985"/>
            <a:ext cx="109410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3549887" y="1755019"/>
            <a:ext cx="81861" cy="5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549887" y="1806793"/>
            <a:ext cx="108" cy="75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3537225" y="1882120"/>
            <a:ext cx="12770" cy="9578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537225" y="1977906"/>
            <a:ext cx="12880" cy="821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550105" y="2060024"/>
            <a:ext cx="80490" cy="366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630595" y="2096637"/>
            <a:ext cx="97036" cy="59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727631" y="2156181"/>
            <a:ext cx="94239" cy="289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2925542" y="3066958"/>
            <a:ext cx="80818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2816131" y="3103520"/>
            <a:ext cx="109411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2734264" y="3139554"/>
            <a:ext cx="81867" cy="517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734377" y="2688609"/>
            <a:ext cx="80586" cy="373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814963" y="2725963"/>
            <a:ext cx="97040" cy="595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912003" y="2785510"/>
            <a:ext cx="94139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461560" y="2777194"/>
            <a:ext cx="81594" cy="372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543154" y="2741128"/>
            <a:ext cx="109472" cy="36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652626" y="2688609"/>
            <a:ext cx="81751" cy="525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461560" y="2991613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461560" y="2895870"/>
            <a:ext cx="11831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 flipV="1">
            <a:off x="2461560" y="2814476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2653772" y="3154711"/>
            <a:ext cx="80492" cy="36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2556687" y="3095154"/>
            <a:ext cx="97085" cy="5955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2461560" y="3066210"/>
            <a:ext cx="95127" cy="289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3469286" y="3066958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3359876" y="3103520"/>
            <a:ext cx="109410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3278009" y="3139554"/>
            <a:ext cx="81867" cy="517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278123" y="2688609"/>
            <a:ext cx="80585" cy="373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358708" y="2725963"/>
            <a:ext cx="97039" cy="595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455747" y="2785510"/>
            <a:ext cx="94140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006142" y="2777165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086961" y="2741125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196379" y="2688609"/>
            <a:ext cx="81744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3197525" y="3154715"/>
            <a:ext cx="80484" cy="36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3100498" y="3095175"/>
            <a:ext cx="97027" cy="59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3006360" y="3066958"/>
            <a:ext cx="94138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>
            <a:off x="4013093" y="3066210"/>
            <a:ext cx="81594" cy="3728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>
            <a:off x="3903629" y="3103491"/>
            <a:ext cx="109464" cy="360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3821755" y="3139551"/>
            <a:ext cx="81874" cy="5170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094687" y="2814476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4082856" y="2889073"/>
            <a:ext cx="11831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082856" y="2984816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821870" y="2688609"/>
            <a:ext cx="80591" cy="373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902461" y="2725967"/>
            <a:ext cx="97097" cy="595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999558" y="2785530"/>
            <a:ext cx="95129" cy="289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549887" y="2777165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630706" y="2741125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740124" y="2688609"/>
            <a:ext cx="81746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 flipV="1">
            <a:off x="3741270" y="3154715"/>
            <a:ext cx="80485" cy="36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 flipV="1">
            <a:off x="3644243" y="3095175"/>
            <a:ext cx="97027" cy="59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 flipV="1">
            <a:off x="3550105" y="3066958"/>
            <a:ext cx="94138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2925541" y="2563491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2816123" y="2600053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2734377" y="2636093"/>
            <a:ext cx="81746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2734377" y="2185142"/>
            <a:ext cx="80586" cy="373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2814963" y="2222495"/>
            <a:ext cx="97040" cy="5954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2912003" y="2282043"/>
            <a:ext cx="94139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2461560" y="2273727"/>
            <a:ext cx="81594" cy="372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2543154" y="2237661"/>
            <a:ext cx="109472" cy="36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2652626" y="2185142"/>
            <a:ext cx="81751" cy="525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461560" y="2488145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2461560" y="2392403"/>
            <a:ext cx="11831" cy="957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 flipV="1">
            <a:off x="2461560" y="2311009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 flipV="1">
            <a:off x="2653786" y="2651251"/>
            <a:ext cx="80591" cy="373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 flipV="1">
            <a:off x="2556688" y="2591688"/>
            <a:ext cx="97098" cy="595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 flipV="1">
            <a:off x="2461560" y="2562742"/>
            <a:ext cx="95128" cy="289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>
            <a:off x="3469286" y="2563491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>
            <a:off x="3359868" y="2600053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H="1">
            <a:off x="3278123" y="2636093"/>
            <a:ext cx="81745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3278123" y="2185142"/>
            <a:ext cx="80585" cy="373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3358708" y="2222495"/>
            <a:ext cx="97039" cy="5954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3455747" y="2282043"/>
            <a:ext cx="94140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3006142" y="2273698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3086961" y="2237658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3196379" y="2185142"/>
            <a:ext cx="81744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 flipV="1">
            <a:off x="3197539" y="2651256"/>
            <a:ext cx="80584" cy="373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 flipV="1">
            <a:off x="3100500" y="2591708"/>
            <a:ext cx="97039" cy="5954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 flipV="1">
            <a:off x="3006360" y="2563491"/>
            <a:ext cx="94140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4013093" y="2562742"/>
            <a:ext cx="81594" cy="372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3903621" y="2600024"/>
            <a:ext cx="109472" cy="36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3821870" y="2636090"/>
            <a:ext cx="81751" cy="525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4094687" y="2311009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>
            <a:off x="4082856" y="2385606"/>
            <a:ext cx="11831" cy="957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4082856" y="2481348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821870" y="2185142"/>
            <a:ext cx="80591" cy="373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3902461" y="2222500"/>
            <a:ext cx="97097" cy="595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3999558" y="2282063"/>
            <a:ext cx="95129" cy="289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3549887" y="2273698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3630706" y="2237658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3740124" y="2185142"/>
            <a:ext cx="81746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 flipV="1">
            <a:off x="3741284" y="2651256"/>
            <a:ext cx="80586" cy="373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 flipV="1">
            <a:off x="3644244" y="2591708"/>
            <a:ext cx="97040" cy="5954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 flipV="1">
            <a:off x="3550105" y="2563491"/>
            <a:ext cx="94139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2925541" y="2060024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2816123" y="2096586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2734377" y="2132626"/>
            <a:ext cx="81746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2734492" y="1682496"/>
            <a:ext cx="80485" cy="36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814977" y="1719036"/>
            <a:ext cx="97027" cy="59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2912004" y="1778576"/>
            <a:ext cx="94138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461560" y="1770260"/>
            <a:ext cx="81593" cy="3728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543153" y="1734200"/>
            <a:ext cx="109465" cy="360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2652618" y="1682496"/>
            <a:ext cx="81874" cy="5170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2461560" y="1984678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461560" y="1888935"/>
            <a:ext cx="11831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2461560" y="1807541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2653786" y="2147784"/>
            <a:ext cx="80591" cy="373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2556688" y="2088221"/>
            <a:ext cx="97098" cy="595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2461560" y="2059275"/>
            <a:ext cx="95128" cy="289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>
            <a:off x="3469286" y="2060024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>
            <a:off x="3359868" y="2096586"/>
            <a:ext cx="109418" cy="360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3278123" y="2132626"/>
            <a:ext cx="81745" cy="525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3278238" y="1682495"/>
            <a:ext cx="80484" cy="365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3358722" y="1719036"/>
            <a:ext cx="97027" cy="595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3455749" y="1778576"/>
            <a:ext cx="94138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3006142" y="1770231"/>
            <a:ext cx="80819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086961" y="1734197"/>
            <a:ext cx="109410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196371" y="1682495"/>
            <a:ext cx="81867" cy="517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 flipV="1">
            <a:off x="3197539" y="2147788"/>
            <a:ext cx="80584" cy="373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 flipV="1">
            <a:off x="3100500" y="2088241"/>
            <a:ext cx="97039" cy="595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H="1" flipV="1">
            <a:off x="3006360" y="2060024"/>
            <a:ext cx="94140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4013093" y="2059275"/>
            <a:ext cx="81594" cy="372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3903621" y="2096557"/>
            <a:ext cx="109472" cy="36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3821870" y="2132623"/>
            <a:ext cx="81751" cy="525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094687" y="1807541"/>
            <a:ext cx="0" cy="745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>
            <a:off x="4082856" y="1882138"/>
            <a:ext cx="11831" cy="957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082856" y="1977881"/>
            <a:ext cx="11831" cy="813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3821983" y="1682496"/>
            <a:ext cx="80492" cy="365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3902475" y="1719040"/>
            <a:ext cx="97085" cy="5955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3999560" y="1778597"/>
            <a:ext cx="95127" cy="289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549887" y="1770231"/>
            <a:ext cx="80818" cy="3656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630705" y="1734197"/>
            <a:ext cx="109411" cy="360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740116" y="1682496"/>
            <a:ext cx="81867" cy="517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 flipV="1">
            <a:off x="3741284" y="2147788"/>
            <a:ext cx="80586" cy="373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 flipV="1">
            <a:off x="3644244" y="2088241"/>
            <a:ext cx="97040" cy="595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 flipV="1">
            <a:off x="3550105" y="2060024"/>
            <a:ext cx="94139" cy="2821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5056632" y="12618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1.24</a:t>
            </a:r>
          </a:p>
        </p:txBody>
      </p:sp>
      <p:cxnSp>
        <p:nvCxnSpPr>
          <p:cNvPr id="297" name="Connector 296"/>
          <p:cNvCxnSpPr/>
          <p:nvPr/>
        </p:nvCxnSpPr>
        <p:spPr>
          <a:xfrm flipV="1">
            <a:off x="5784741" y="3160113"/>
            <a:ext cx="95076" cy="3112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879817" y="3123828"/>
            <a:ext cx="123900" cy="362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6003717" y="3075925"/>
            <a:ext cx="96830" cy="4790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 flipV="1">
            <a:off x="6100016" y="2996375"/>
            <a:ext cx="531" cy="795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6100016" y="2898822"/>
            <a:ext cx="14575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 flipV="1">
            <a:off x="6099421" y="2812423"/>
            <a:ext cx="15170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6006300" y="2779111"/>
            <a:ext cx="93121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 flipV="1">
            <a:off x="5894037" y="2720422"/>
            <a:ext cx="112263" cy="586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H="1" flipV="1">
            <a:off x="5785399" y="2690525"/>
            <a:ext cx="108638" cy="298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>
            <a:off x="5691134" y="2690525"/>
            <a:ext cx="94265" cy="375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5566660" y="2728113"/>
            <a:ext cx="124474" cy="3676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>
            <a:off x="5468069" y="2764878"/>
            <a:ext cx="98591" cy="524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468069" y="2817353"/>
            <a:ext cx="0" cy="751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5456148" y="2892519"/>
            <a:ext cx="11921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5456148" y="2988991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5468069" y="3071005"/>
            <a:ext cx="95718" cy="378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5563787" y="3108854"/>
            <a:ext cx="112686" cy="588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5676473" y="3167683"/>
            <a:ext cx="108268" cy="2355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413838" y="3160112"/>
            <a:ext cx="95038" cy="311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508876" y="3123828"/>
            <a:ext cx="123898" cy="362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632774" y="3075925"/>
            <a:ext cx="96830" cy="4790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 flipV="1">
            <a:off x="6729073" y="2996375"/>
            <a:ext cx="531" cy="795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729073" y="2898822"/>
            <a:ext cx="14574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 flipV="1">
            <a:off x="6728478" y="2812423"/>
            <a:ext cx="15169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 flipV="1">
            <a:off x="6635358" y="2779111"/>
            <a:ext cx="93120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 flipV="1">
            <a:off x="6523098" y="2720423"/>
            <a:ext cx="112260" cy="586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6414516" y="2690527"/>
            <a:ext cx="108582" cy="2989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6320314" y="2690527"/>
            <a:ext cx="94202" cy="375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6196285" y="2728060"/>
            <a:ext cx="124029" cy="364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6099421" y="2764507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6099421" y="2812423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6085384" y="2891983"/>
            <a:ext cx="14574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6085384" y="2989536"/>
            <a:ext cx="15163" cy="863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6100547" y="3075925"/>
            <a:ext cx="93072" cy="332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6193619" y="3109212"/>
            <a:ext cx="112064" cy="5855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305683" y="3167767"/>
            <a:ext cx="108155" cy="234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042929" y="3160059"/>
            <a:ext cx="95125" cy="311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138054" y="3123457"/>
            <a:ext cx="124344" cy="366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262398" y="3071005"/>
            <a:ext cx="98564" cy="5245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7360962" y="2995840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360962" y="2899367"/>
            <a:ext cx="11921" cy="964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 flipV="1">
            <a:off x="7360962" y="2817353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 flipV="1">
            <a:off x="7265189" y="2779469"/>
            <a:ext cx="95773" cy="378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 flipV="1">
            <a:off x="7152309" y="2720505"/>
            <a:ext cx="112880" cy="589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H="1" flipV="1">
            <a:off x="7043632" y="2690530"/>
            <a:ext cx="108677" cy="299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H="1">
            <a:off x="6949375" y="2690530"/>
            <a:ext cx="94257" cy="375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>
            <a:off x="6825342" y="2728058"/>
            <a:ext cx="124033" cy="364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6728478" y="2764507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6728478" y="2812423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>
            <a:off x="6714440" y="2891983"/>
            <a:ext cx="14575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6714440" y="2989536"/>
            <a:ext cx="15164" cy="863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729604" y="3075925"/>
            <a:ext cx="93072" cy="332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6822676" y="3109212"/>
            <a:ext cx="112066" cy="5855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6934742" y="3167767"/>
            <a:ext cx="108187" cy="23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5785399" y="2652996"/>
            <a:ext cx="94257" cy="37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5879656" y="2616548"/>
            <a:ext cx="124033" cy="364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6003689" y="2568632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6100016" y="2489072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6100016" y="2391518"/>
            <a:ext cx="14575" cy="975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 flipV="1">
            <a:off x="6099421" y="2305119"/>
            <a:ext cx="15170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 flipV="1">
            <a:off x="6006300" y="2271807"/>
            <a:ext cx="93121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H="1" flipV="1">
            <a:off x="5894037" y="2213118"/>
            <a:ext cx="112263" cy="586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 flipV="1">
            <a:off x="5785399" y="2183221"/>
            <a:ext cx="108638" cy="298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H="1">
            <a:off x="5691134" y="2183221"/>
            <a:ext cx="94265" cy="375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H="1">
            <a:off x="5566660" y="2220809"/>
            <a:ext cx="124474" cy="367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H="1">
            <a:off x="5468069" y="2257575"/>
            <a:ext cx="98591" cy="524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5468069" y="2310050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H="1">
            <a:off x="5456148" y="2385215"/>
            <a:ext cx="11921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5456148" y="2481687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5468069" y="2563701"/>
            <a:ext cx="95772" cy="378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5563841" y="2601586"/>
            <a:ext cx="112881" cy="5896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5676722" y="2660549"/>
            <a:ext cx="108677" cy="2997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6414516" y="2652995"/>
            <a:ext cx="94201" cy="375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6508717" y="2616548"/>
            <a:ext cx="124029" cy="364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6632746" y="2568632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 flipV="1">
            <a:off x="6729073" y="2489072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6729073" y="2391518"/>
            <a:ext cx="14574" cy="975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 flipV="1">
            <a:off x="6728478" y="2305119"/>
            <a:ext cx="15169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 flipV="1">
            <a:off x="6635358" y="2271807"/>
            <a:ext cx="93120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 flipV="1">
            <a:off x="6523098" y="2213119"/>
            <a:ext cx="112260" cy="586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 flipV="1">
            <a:off x="6414516" y="2183224"/>
            <a:ext cx="108582" cy="2989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>
            <a:off x="6320314" y="2183224"/>
            <a:ext cx="94202" cy="375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>
            <a:off x="6196285" y="2220756"/>
            <a:ext cx="124029" cy="364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6099421" y="2257204"/>
            <a:ext cx="96864" cy="479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6099421" y="2305119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>
            <a:off x="6085384" y="2384679"/>
            <a:ext cx="14574" cy="975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085384" y="2482233"/>
            <a:ext cx="15169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6100553" y="2568632"/>
            <a:ext cx="93120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6193673" y="2601944"/>
            <a:ext cx="112260" cy="586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305933" y="2660632"/>
            <a:ext cx="108583" cy="2989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7043632" y="2652942"/>
            <a:ext cx="94265" cy="375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7137897" y="2616177"/>
            <a:ext cx="124473" cy="3676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7262370" y="2563701"/>
            <a:ext cx="98592" cy="5247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7360962" y="2488536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7360962" y="2392064"/>
            <a:ext cx="11921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H="1" flipV="1">
            <a:off x="7360962" y="2310050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 flipV="1">
            <a:off x="7265189" y="2272165"/>
            <a:ext cx="95773" cy="378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 flipV="1">
            <a:off x="7152309" y="2213201"/>
            <a:ext cx="112880" cy="589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 flipV="1">
            <a:off x="7043632" y="2183226"/>
            <a:ext cx="108677" cy="299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6949375" y="2183226"/>
            <a:ext cx="94257" cy="37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H="1">
            <a:off x="6825342" y="2220755"/>
            <a:ext cx="124033" cy="364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H="1">
            <a:off x="6728478" y="2257203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728478" y="2305119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H="1">
            <a:off x="6714440" y="2384679"/>
            <a:ext cx="14575" cy="975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6714440" y="2482233"/>
            <a:ext cx="15170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6729610" y="2568632"/>
            <a:ext cx="93121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6822731" y="2601944"/>
            <a:ext cx="112263" cy="586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6934994" y="2660633"/>
            <a:ext cx="108638" cy="298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5785399" y="2145693"/>
            <a:ext cx="94257" cy="375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5879656" y="2109244"/>
            <a:ext cx="124033" cy="364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6003689" y="2061328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 flipV="1">
            <a:off x="6100016" y="1981768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6100016" y="1884215"/>
            <a:ext cx="14575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 flipV="1">
            <a:off x="6099427" y="1797826"/>
            <a:ext cx="15164" cy="863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 flipV="1">
            <a:off x="6006356" y="1764539"/>
            <a:ext cx="93071" cy="332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 flipV="1">
            <a:off x="5894289" y="1705984"/>
            <a:ext cx="112067" cy="5855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 flipV="1">
            <a:off x="5786102" y="1682512"/>
            <a:ext cx="108187" cy="23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5690977" y="1682512"/>
            <a:ext cx="95125" cy="311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>
            <a:off x="5566632" y="1713692"/>
            <a:ext cx="124345" cy="366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>
            <a:off x="5468069" y="1750294"/>
            <a:ext cx="98563" cy="5245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5468069" y="1802746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H="1">
            <a:off x="5456148" y="1877911"/>
            <a:ext cx="11921" cy="964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5456148" y="1974384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5468069" y="2056398"/>
            <a:ext cx="95772" cy="378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5563841" y="2094282"/>
            <a:ext cx="112881" cy="589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5676722" y="2153246"/>
            <a:ext cx="108677" cy="299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6414516" y="2145691"/>
            <a:ext cx="94201" cy="375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6508717" y="2109244"/>
            <a:ext cx="124029" cy="364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6632746" y="2061328"/>
            <a:ext cx="96864" cy="479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 flipV="1">
            <a:off x="6729073" y="1981768"/>
            <a:ext cx="537" cy="795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6729073" y="1884215"/>
            <a:ext cx="14574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H="1" flipV="1">
            <a:off x="6728484" y="1797826"/>
            <a:ext cx="15163" cy="863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 flipV="1">
            <a:off x="6635412" y="1764539"/>
            <a:ext cx="93072" cy="332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 flipV="1">
            <a:off x="6523348" y="1705985"/>
            <a:ext cx="112064" cy="5855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H="1" flipV="1">
            <a:off x="6415193" y="1682495"/>
            <a:ext cx="108155" cy="2349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>
            <a:off x="6320155" y="1682495"/>
            <a:ext cx="95038" cy="311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6196257" y="1713639"/>
            <a:ext cx="123898" cy="362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H="1">
            <a:off x="6099427" y="1749923"/>
            <a:ext cx="96830" cy="4790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6099427" y="1797826"/>
            <a:ext cx="531" cy="795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>
            <a:off x="6085384" y="1877376"/>
            <a:ext cx="14574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6085384" y="1974929"/>
            <a:ext cx="15169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6100553" y="2061328"/>
            <a:ext cx="93120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6193673" y="2094640"/>
            <a:ext cx="112260" cy="586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6305933" y="2153328"/>
            <a:ext cx="108583" cy="2989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7043632" y="2145638"/>
            <a:ext cx="94265" cy="375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7137897" y="2108873"/>
            <a:ext cx="124473" cy="3676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7262370" y="2056398"/>
            <a:ext cx="98592" cy="524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7360962" y="1981232"/>
            <a:ext cx="0" cy="751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7360962" y="1884760"/>
            <a:ext cx="11921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 flipV="1">
            <a:off x="7360962" y="1802746"/>
            <a:ext cx="11921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H="1" flipV="1">
            <a:off x="7265243" y="1764897"/>
            <a:ext cx="95719" cy="378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 flipV="1">
            <a:off x="7152557" y="1706067"/>
            <a:ext cx="112686" cy="588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 flipV="1">
            <a:off x="7044290" y="1682514"/>
            <a:ext cx="108267" cy="235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6949214" y="1682514"/>
            <a:ext cx="95076" cy="3112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6825314" y="1713638"/>
            <a:ext cx="123900" cy="362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6728484" y="1749923"/>
            <a:ext cx="96830" cy="4790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6728484" y="1797826"/>
            <a:ext cx="531" cy="795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H="1">
            <a:off x="6714440" y="1877376"/>
            <a:ext cx="14575" cy="975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6714440" y="1974929"/>
            <a:ext cx="15170" cy="8639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6729610" y="2061328"/>
            <a:ext cx="93121" cy="3331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6822731" y="2094640"/>
            <a:ext cx="112263" cy="586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6934994" y="2153329"/>
            <a:ext cx="108638" cy="298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6005668" y="3075925"/>
            <a:ext cx="94879" cy="3275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H="1">
            <a:off x="5881777" y="3108683"/>
            <a:ext cx="123891" cy="3627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H="1">
            <a:off x="5784741" y="3144962"/>
            <a:ext cx="97036" cy="462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5785399" y="2690525"/>
            <a:ext cx="93412" cy="38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878811" y="2728542"/>
            <a:ext cx="112326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5991137" y="2787280"/>
            <a:ext cx="108284" cy="251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468069" y="2779966"/>
            <a:ext cx="96602" cy="373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5564671" y="2743226"/>
            <a:ext cx="124550" cy="367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5689221" y="2690525"/>
            <a:ext cx="96178" cy="527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5468069" y="2995840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5468069" y="2899367"/>
            <a:ext cx="11922" cy="964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 flipV="1">
            <a:off x="5468069" y="2817353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 flipV="1">
            <a:off x="5691621" y="3159509"/>
            <a:ext cx="93120" cy="317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 flipV="1">
            <a:off x="5579013" y="3100792"/>
            <a:ext cx="112608" cy="587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 flipV="1">
            <a:off x="5468069" y="3071005"/>
            <a:ext cx="110944" cy="297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6634725" y="3075925"/>
            <a:ext cx="94879" cy="3275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>
            <a:off x="6510835" y="3108683"/>
            <a:ext cx="123890" cy="3627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6413838" y="3144962"/>
            <a:ext cx="96997" cy="4629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6414516" y="2690527"/>
            <a:ext cx="93356" cy="380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6507872" y="2728543"/>
            <a:ext cx="112322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6620194" y="2787281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6099421" y="2779649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6194342" y="2743177"/>
            <a:ext cx="124066" cy="36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6318408" y="2690527"/>
            <a:ext cx="96108" cy="526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 flipV="1">
            <a:off x="6320819" y="3159578"/>
            <a:ext cx="93019" cy="3167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 flipV="1">
            <a:off x="6208770" y="3101032"/>
            <a:ext cx="112049" cy="585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 flipV="1">
            <a:off x="6100547" y="3075925"/>
            <a:ext cx="108223" cy="251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7264395" y="3071005"/>
            <a:ext cx="96567" cy="373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7140021" y="3108366"/>
            <a:ext cx="124374" cy="365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H="1">
            <a:off x="7042929" y="3144913"/>
            <a:ext cx="97092" cy="4632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7360962" y="2817353"/>
            <a:ext cx="0" cy="751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H="1">
            <a:off x="7349040" y="2892519"/>
            <a:ext cx="11922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7349040" y="2988991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043632" y="2690530"/>
            <a:ext cx="93439" cy="3808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7137071" y="2728611"/>
            <a:ext cx="112880" cy="5891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7249951" y="2787521"/>
            <a:ext cx="111011" cy="298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6728478" y="2779649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6823399" y="2743176"/>
            <a:ext cx="124070" cy="364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6947469" y="2690530"/>
            <a:ext cx="96163" cy="526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H="1" flipV="1">
            <a:off x="6949878" y="3159578"/>
            <a:ext cx="93051" cy="316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H="1" flipV="1">
            <a:off x="6837827" y="3101033"/>
            <a:ext cx="112051" cy="585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H="1" flipV="1">
            <a:off x="6729604" y="3075925"/>
            <a:ext cx="108223" cy="251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H="1">
            <a:off x="6005632" y="2568632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H="1">
            <a:off x="5881563" y="2601406"/>
            <a:ext cx="124069" cy="364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5785399" y="2637879"/>
            <a:ext cx="96164" cy="526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785399" y="2183221"/>
            <a:ext cx="93412" cy="38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878811" y="2221238"/>
            <a:ext cx="112326" cy="5873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5991137" y="2279977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5468069" y="2272662"/>
            <a:ext cx="96602" cy="373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5564671" y="2235922"/>
            <a:ext cx="124550" cy="367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5689221" y="2183221"/>
            <a:ext cx="96178" cy="527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5468069" y="2488536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5468069" y="2392064"/>
            <a:ext cx="11922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H="1" flipV="1">
            <a:off x="5468069" y="2310050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 flipV="1">
            <a:off x="5691960" y="2652443"/>
            <a:ext cx="93439" cy="3808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 flipV="1">
            <a:off x="5579079" y="2593534"/>
            <a:ext cx="112881" cy="5890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 flipV="1">
            <a:off x="5468069" y="2563701"/>
            <a:ext cx="111010" cy="298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6634689" y="2568632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H="1">
            <a:off x="6510623" y="2601406"/>
            <a:ext cx="124066" cy="364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6414516" y="2637877"/>
            <a:ext cx="96107" cy="526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6414516" y="2183224"/>
            <a:ext cx="93356" cy="380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6507872" y="2221239"/>
            <a:ext cx="112322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6620194" y="2279977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6099421" y="2272345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6194342" y="2235874"/>
            <a:ext cx="124066" cy="364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6318408" y="2183224"/>
            <a:ext cx="96108" cy="526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6321159" y="2652512"/>
            <a:ext cx="93357" cy="380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 flipV="1">
            <a:off x="6208837" y="2593774"/>
            <a:ext cx="112322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6100553" y="2568632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H="1">
            <a:off x="7264359" y="2563701"/>
            <a:ext cx="96603" cy="373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H="1">
            <a:off x="7139809" y="2601089"/>
            <a:ext cx="124550" cy="367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H="1">
            <a:off x="7043632" y="2637829"/>
            <a:ext cx="96177" cy="527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7360962" y="2310050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H="1">
            <a:off x="7349040" y="2385215"/>
            <a:ext cx="11922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7349040" y="2481687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7043632" y="2183226"/>
            <a:ext cx="93439" cy="3808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7137071" y="2221308"/>
            <a:ext cx="112880" cy="5890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7249951" y="2280217"/>
            <a:ext cx="111011" cy="298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6728478" y="2272345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6823399" y="2235872"/>
            <a:ext cx="124070" cy="364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6947469" y="2183226"/>
            <a:ext cx="96163" cy="526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H="1" flipV="1">
            <a:off x="6950220" y="2652513"/>
            <a:ext cx="93412" cy="38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H="1" flipV="1">
            <a:off x="6837894" y="2593774"/>
            <a:ext cx="112326" cy="5873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 flipV="1">
            <a:off x="6729610" y="2568632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H="1">
            <a:off x="6005632" y="2061328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5881563" y="2094102"/>
            <a:ext cx="124069" cy="364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>
            <a:off x="5785399" y="2130575"/>
            <a:ext cx="96164" cy="526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786102" y="1682512"/>
            <a:ext cx="93051" cy="316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5879153" y="1714173"/>
            <a:ext cx="112051" cy="585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5991204" y="1772718"/>
            <a:ext cx="108223" cy="251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5468069" y="1765385"/>
            <a:ext cx="96567" cy="373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V="1">
            <a:off x="5564636" y="1728838"/>
            <a:ext cx="124374" cy="365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5689010" y="1682512"/>
            <a:ext cx="97092" cy="4632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5468069" y="1981232"/>
            <a:ext cx="0" cy="751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5468069" y="1884760"/>
            <a:ext cx="11922" cy="964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H="1" flipV="1">
            <a:off x="5468069" y="1802746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 flipV="1">
            <a:off x="5691960" y="2145139"/>
            <a:ext cx="93439" cy="3808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 flipV="1">
            <a:off x="5579079" y="2086230"/>
            <a:ext cx="112881" cy="5890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 flipV="1">
            <a:off x="5468069" y="2056398"/>
            <a:ext cx="111010" cy="298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>
            <a:off x="6634689" y="2061328"/>
            <a:ext cx="94921" cy="327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>
            <a:off x="6510623" y="2094102"/>
            <a:ext cx="124066" cy="36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>
            <a:off x="6414516" y="2130574"/>
            <a:ext cx="96107" cy="526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6415193" y="1682495"/>
            <a:ext cx="93019" cy="3167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6508212" y="1714173"/>
            <a:ext cx="112049" cy="585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6620261" y="1772718"/>
            <a:ext cx="108223" cy="251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6099427" y="1765068"/>
            <a:ext cx="94879" cy="3275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6194306" y="1728789"/>
            <a:ext cx="123890" cy="3627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6318196" y="1682495"/>
            <a:ext cx="96997" cy="4629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 flipV="1">
            <a:off x="6321159" y="2145208"/>
            <a:ext cx="93357" cy="380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 flipV="1">
            <a:off x="6208837" y="2086470"/>
            <a:ext cx="112322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 flipV="1">
            <a:off x="6100553" y="2061328"/>
            <a:ext cx="108284" cy="251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H="1">
            <a:off x="7264359" y="2056398"/>
            <a:ext cx="96603" cy="3738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7139809" y="2093785"/>
            <a:ext cx="124550" cy="367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7043632" y="2130525"/>
            <a:ext cx="96177" cy="527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7360962" y="1802746"/>
            <a:ext cx="0" cy="751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>
            <a:off x="7349040" y="1877911"/>
            <a:ext cx="11922" cy="964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7349040" y="1974384"/>
            <a:ext cx="11922" cy="820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7044290" y="1682514"/>
            <a:ext cx="93119" cy="317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7137409" y="1714242"/>
            <a:ext cx="112608" cy="587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7250017" y="1772958"/>
            <a:ext cx="110945" cy="297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6728484" y="1765068"/>
            <a:ext cx="94879" cy="3275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6823363" y="1728789"/>
            <a:ext cx="123892" cy="3627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6947255" y="1682514"/>
            <a:ext cx="97035" cy="462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6950220" y="2145209"/>
            <a:ext cx="93412" cy="38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 flipV="1">
            <a:off x="6837894" y="2086471"/>
            <a:ext cx="112326" cy="58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 flipV="1">
            <a:off x="6729610" y="2061328"/>
            <a:ext cx="108284" cy="251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8193024" y="12618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1.40</a:t>
            </a:r>
          </a:p>
        </p:txBody>
      </p:sp>
      <p:cxnSp>
        <p:nvCxnSpPr>
          <p:cNvPr id="586" name="Connector 585"/>
          <p:cNvCxnSpPr/>
          <p:nvPr/>
        </p:nvCxnSpPr>
        <p:spPr>
          <a:xfrm flipV="1">
            <a:off x="8830934" y="3168141"/>
            <a:ext cx="110426" cy="2302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8941360" y="3131697"/>
            <a:ext cx="137781" cy="364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9079141" y="3088505"/>
            <a:ext cx="113245" cy="431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9191762" y="3004178"/>
            <a:ext cx="624" cy="843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9191762" y="2903124"/>
            <a:ext cx="15980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H="1" flipV="1">
            <a:off x="9190782" y="2811760"/>
            <a:ext cx="16960" cy="913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H="1" flipV="1">
            <a:off x="9083740" y="2781917"/>
            <a:ext cx="107042" cy="298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H="1" flipV="1">
            <a:off x="8955587" y="2724957"/>
            <a:ext cx="128153" cy="5696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H="1" flipV="1">
            <a:off x="8832036" y="2693507"/>
            <a:ext cx="123551" cy="314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H="1">
            <a:off x="8723224" y="2693507"/>
            <a:ext cx="108812" cy="379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8584020" y="2731437"/>
            <a:ext cx="139204" cy="381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8468173" y="2769621"/>
            <a:ext cx="115847" cy="522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8468173" y="2821843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8456110" y="2897896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8456110" y="2995507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468173" y="3078489"/>
            <a:ext cx="110352" cy="386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8578525" y="3117138"/>
            <a:ext cx="129096" cy="570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8707621" y="3174209"/>
            <a:ext cx="123313" cy="1695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9549747" y="3168139"/>
            <a:ext cx="110246" cy="231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9659993" y="3131696"/>
            <a:ext cx="137759" cy="364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9797752" y="3088505"/>
            <a:ext cx="113243" cy="4319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9910368" y="3004178"/>
            <a:ext cx="627" cy="843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9910368" y="2903124"/>
            <a:ext cx="15981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H="1" flipV="1">
            <a:off x="9909392" y="2811760"/>
            <a:ext cx="16957" cy="913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H="1" flipV="1">
            <a:off x="9802354" y="2781920"/>
            <a:ext cx="107038" cy="298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 flipV="1">
            <a:off x="9674230" y="2724963"/>
            <a:ext cx="128124" cy="5695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 flipV="1">
            <a:off x="9550907" y="2693521"/>
            <a:ext cx="123323" cy="314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>
            <a:off x="9442286" y="2693521"/>
            <a:ext cx="108621" cy="3771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H="1">
            <a:off x="9304191" y="2731235"/>
            <a:ext cx="138095" cy="372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9190782" y="2768496"/>
            <a:ext cx="113409" cy="432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9190782" y="2811760"/>
            <a:ext cx="664" cy="843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9175464" y="2896143"/>
            <a:ext cx="15982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9175464" y="2997197"/>
            <a:ext cx="16922" cy="913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9192386" y="3088505"/>
            <a:ext cx="106834" cy="2972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9299220" y="3118230"/>
            <a:ext cx="127580" cy="562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9426800" y="3174513"/>
            <a:ext cx="122947" cy="167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10268523" y="3167934"/>
            <a:ext cx="110521" cy="232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0379044" y="3130572"/>
            <a:ext cx="138878" cy="3736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0517922" y="3078489"/>
            <a:ext cx="115720" cy="520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10633642" y="3002436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10633642" y="2904825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 flipV="1">
            <a:off x="10633642" y="2821843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10523056" y="2783015"/>
            <a:ext cx="110586" cy="388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H="1" flipV="1">
            <a:off x="10393417" y="2725262"/>
            <a:ext cx="129639" cy="577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H="1" flipV="1">
            <a:off x="10269779" y="2693534"/>
            <a:ext cx="123638" cy="317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H="1">
            <a:off x="10160929" y="2693534"/>
            <a:ext cx="108850" cy="376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H="1">
            <a:off x="10022805" y="2731226"/>
            <a:ext cx="138124" cy="372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9909392" y="2768494"/>
            <a:ext cx="113413" cy="432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9909392" y="2811760"/>
            <a:ext cx="661" cy="843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>
            <a:off x="9894071" y="2896143"/>
            <a:ext cx="15982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9894071" y="2997197"/>
            <a:ext cx="16924" cy="913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9910995" y="3088505"/>
            <a:ext cx="106836" cy="2972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0017831" y="3118231"/>
            <a:ext cx="127597" cy="5628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0145428" y="3174513"/>
            <a:ext cx="123095" cy="166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8832036" y="2655815"/>
            <a:ext cx="108849" cy="376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8940885" y="2618547"/>
            <a:ext cx="138125" cy="372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9079010" y="2575281"/>
            <a:ext cx="113413" cy="432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H="1" flipV="1">
            <a:off x="9191762" y="2490897"/>
            <a:ext cx="661" cy="843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9191762" y="2389836"/>
            <a:ext cx="15980" cy="1010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9190782" y="2298470"/>
            <a:ext cx="16960" cy="913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H="1" flipV="1">
            <a:off x="9083740" y="2268627"/>
            <a:ext cx="107042" cy="298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H="1" flipV="1">
            <a:off x="8955587" y="2211666"/>
            <a:ext cx="128153" cy="569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H="1" flipV="1">
            <a:off x="8832036" y="2180217"/>
            <a:ext cx="123551" cy="314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8723224" y="2180217"/>
            <a:ext cx="108812" cy="379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>
            <a:off x="8584020" y="2218146"/>
            <a:ext cx="139204" cy="381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>
            <a:off x="8468173" y="2256331"/>
            <a:ext cx="115847" cy="522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8468173" y="2308553"/>
            <a:ext cx="0" cy="760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8456110" y="2384605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8456110" y="2482216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8468173" y="2565198"/>
            <a:ext cx="110585" cy="388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8578758" y="2604026"/>
            <a:ext cx="129639" cy="577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8708397" y="2661779"/>
            <a:ext cx="123639" cy="317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9550907" y="2655806"/>
            <a:ext cx="108622" cy="377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9659529" y="2618545"/>
            <a:ext cx="138095" cy="372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9797624" y="2575281"/>
            <a:ext cx="113409" cy="432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H="1" flipV="1">
            <a:off x="9910369" y="2490897"/>
            <a:ext cx="664" cy="843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9910369" y="2389836"/>
            <a:ext cx="15980" cy="1010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H="1" flipV="1">
            <a:off x="9909392" y="2298470"/>
            <a:ext cx="16957" cy="913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H="1" flipV="1">
            <a:off x="9802354" y="2268629"/>
            <a:ext cx="107038" cy="2984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H="1" flipV="1">
            <a:off x="9674230" y="2211673"/>
            <a:ext cx="128124" cy="5695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H="1" flipV="1">
            <a:off x="9550907" y="2180230"/>
            <a:ext cx="123323" cy="314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H="1">
            <a:off x="9442286" y="2180230"/>
            <a:ext cx="108621" cy="377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H="1">
            <a:off x="9304191" y="2217945"/>
            <a:ext cx="138095" cy="372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H="1">
            <a:off x="9190782" y="2255206"/>
            <a:ext cx="113409" cy="432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9190782" y="2298470"/>
            <a:ext cx="664" cy="843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H="1">
            <a:off x="9175466" y="2382855"/>
            <a:ext cx="15980" cy="1010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9175466" y="2483915"/>
            <a:ext cx="16957" cy="913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9192423" y="2575281"/>
            <a:ext cx="107038" cy="2984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9299461" y="2605122"/>
            <a:ext cx="128124" cy="5695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9427585" y="2662078"/>
            <a:ext cx="123322" cy="314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10269779" y="2655605"/>
            <a:ext cx="108812" cy="379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10378591" y="2617420"/>
            <a:ext cx="139203" cy="381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10517794" y="2565198"/>
            <a:ext cx="115848" cy="522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10633642" y="2489146"/>
            <a:ext cx="0" cy="760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10633642" y="2391535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H="1" flipV="1">
            <a:off x="10633642" y="2308553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H="1" flipV="1">
            <a:off x="10523056" y="2269725"/>
            <a:ext cx="110586" cy="388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H="1" flipV="1">
            <a:off x="10393417" y="2211971"/>
            <a:ext cx="129639" cy="5775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H="1" flipV="1">
            <a:off x="10269779" y="2180244"/>
            <a:ext cx="123638" cy="317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10160929" y="2180244"/>
            <a:ext cx="108850" cy="376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H="1">
            <a:off x="10022805" y="2217936"/>
            <a:ext cx="138124" cy="372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H="1">
            <a:off x="9909392" y="2255204"/>
            <a:ext cx="113413" cy="432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9909392" y="2298470"/>
            <a:ext cx="661" cy="843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H="1">
            <a:off x="9894073" y="2382855"/>
            <a:ext cx="15980" cy="1010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9894073" y="2483915"/>
            <a:ext cx="16960" cy="913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9911033" y="2575281"/>
            <a:ext cx="107042" cy="298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10018075" y="2605124"/>
            <a:ext cx="128153" cy="569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10146228" y="2662085"/>
            <a:ext cx="123551" cy="314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8832036" y="2142525"/>
            <a:ext cx="108849" cy="376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8940885" y="2105257"/>
            <a:ext cx="138125" cy="372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9079010" y="2061991"/>
            <a:ext cx="113413" cy="4326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 flipV="1">
            <a:off x="9191762" y="1977608"/>
            <a:ext cx="661" cy="843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9191762" y="1876554"/>
            <a:ext cx="15982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 flipV="1">
            <a:off x="9190820" y="1785246"/>
            <a:ext cx="16924" cy="913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H="1" flipV="1">
            <a:off x="9083984" y="1755520"/>
            <a:ext cx="106836" cy="2972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H="1" flipV="1">
            <a:off x="8956387" y="1699238"/>
            <a:ext cx="127597" cy="5628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 flipV="1">
            <a:off x="8833292" y="1682574"/>
            <a:ext cx="123095" cy="166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8722771" y="1682574"/>
            <a:ext cx="110521" cy="232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8583892" y="1705817"/>
            <a:ext cx="138879" cy="3736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8468173" y="1743179"/>
            <a:ext cx="115719" cy="520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8468173" y="1795262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H="1">
            <a:off x="8456110" y="1871315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8456110" y="1968926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8468173" y="2051908"/>
            <a:ext cx="110585" cy="388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8578758" y="2090736"/>
            <a:ext cx="129639" cy="577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8708397" y="2148489"/>
            <a:ext cx="123639" cy="3172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9550907" y="2142516"/>
            <a:ext cx="108622" cy="3771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9659529" y="2105255"/>
            <a:ext cx="138095" cy="372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9797624" y="2061991"/>
            <a:ext cx="113409" cy="432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9910369" y="1977608"/>
            <a:ext cx="664" cy="843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9910369" y="1876554"/>
            <a:ext cx="15982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9909429" y="1785246"/>
            <a:ext cx="16922" cy="9130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9802595" y="1755521"/>
            <a:ext cx="106834" cy="2972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9675015" y="1699238"/>
            <a:ext cx="127580" cy="5628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9552068" y="1682495"/>
            <a:ext cx="122947" cy="167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H="1">
            <a:off x="9441822" y="1682495"/>
            <a:ext cx="110246" cy="231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9304063" y="1705612"/>
            <a:ext cx="137759" cy="364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9190820" y="1742055"/>
            <a:ext cx="113243" cy="4319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9190820" y="1785246"/>
            <a:ext cx="627" cy="843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H="1">
            <a:off x="9175466" y="1869573"/>
            <a:ext cx="15981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9175466" y="1970627"/>
            <a:ext cx="16957" cy="913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9192423" y="2061991"/>
            <a:ext cx="107038" cy="298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9299461" y="2091831"/>
            <a:ext cx="128124" cy="5695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9427585" y="2148788"/>
            <a:ext cx="123322" cy="3144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10269779" y="2142315"/>
            <a:ext cx="108812" cy="379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10378591" y="2104130"/>
            <a:ext cx="139203" cy="381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10517794" y="2051908"/>
            <a:ext cx="115848" cy="522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V="1">
            <a:off x="10633642" y="1975855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10633642" y="1878244"/>
            <a:ext cx="12063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 flipV="1">
            <a:off x="10633642" y="1795262"/>
            <a:ext cx="12063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10523289" y="1756613"/>
            <a:ext cx="110353" cy="386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10394194" y="1699542"/>
            <a:ext cx="129095" cy="570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H="1" flipV="1">
            <a:off x="10270881" y="1682585"/>
            <a:ext cx="123313" cy="1695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H="1">
            <a:off x="10160455" y="1682585"/>
            <a:ext cx="110426" cy="2302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H="1">
            <a:off x="10022674" y="1705610"/>
            <a:ext cx="137781" cy="364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H="1">
            <a:off x="9909429" y="1742054"/>
            <a:ext cx="113245" cy="431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909429" y="1785246"/>
            <a:ext cx="624" cy="843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H="1">
            <a:off x="9894073" y="1869573"/>
            <a:ext cx="15980" cy="1010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9894073" y="1970627"/>
            <a:ext cx="16960" cy="9136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9911033" y="2061991"/>
            <a:ext cx="107042" cy="298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0018075" y="2091834"/>
            <a:ext cx="128153" cy="5696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0146228" y="2148794"/>
            <a:ext cx="123551" cy="314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H="1">
            <a:off x="9082690" y="3088505"/>
            <a:ext cx="109696" cy="283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H="1">
            <a:off x="8944970" y="3116851"/>
            <a:ext cx="137720" cy="364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H="1">
            <a:off x="8830934" y="3153295"/>
            <a:ext cx="114036" cy="378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8832036" y="2693507"/>
            <a:ext cx="107090" cy="39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8939126" y="2732524"/>
            <a:ext cx="128319" cy="570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9067445" y="2789609"/>
            <a:ext cx="123337" cy="2215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8468173" y="2784353"/>
            <a:ext cx="112288" cy="3749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8580461" y="2746238"/>
            <a:ext cx="139356" cy="381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V="1">
            <a:off x="8719817" y="2693507"/>
            <a:ext cx="112219" cy="5273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8468173" y="3002436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8468173" y="2904825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H="1" flipV="1">
            <a:off x="8468173" y="2821843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H="1" flipV="1">
            <a:off x="8723839" y="3166492"/>
            <a:ext cx="107095" cy="246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 flipV="1">
            <a:off x="8594989" y="3109685"/>
            <a:ext cx="128850" cy="56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H="1" flipV="1">
            <a:off x="8468173" y="3078489"/>
            <a:ext cx="126816" cy="3119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9801301" y="3088505"/>
            <a:ext cx="109694" cy="283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>
            <a:off x="9663598" y="3116851"/>
            <a:ext cx="137703" cy="364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9549747" y="3153291"/>
            <a:ext cx="113851" cy="3796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9550907" y="2693521"/>
            <a:ext cx="106863" cy="390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9657770" y="2732534"/>
            <a:ext cx="128289" cy="5707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9786059" y="2789612"/>
            <a:ext cx="123333" cy="221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9190782" y="2783330"/>
            <a:ext cx="109896" cy="284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9300678" y="2746050"/>
            <a:ext cx="138217" cy="372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9438895" y="2693521"/>
            <a:ext cx="112012" cy="52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H="1" flipV="1">
            <a:off x="9442961" y="3166743"/>
            <a:ext cx="106786" cy="245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H="1" flipV="1">
            <a:off x="9315453" y="3110496"/>
            <a:ext cx="127508" cy="562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H="1" flipV="1">
            <a:off x="9192386" y="3088505"/>
            <a:ext cx="123067" cy="2199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H="1">
            <a:off x="10521518" y="3078489"/>
            <a:ext cx="112124" cy="373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H="1">
            <a:off x="10382666" y="3115829"/>
            <a:ext cx="138852" cy="372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H="1">
            <a:off x="10268523" y="3153101"/>
            <a:ext cx="114143" cy="3807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10633642" y="2821843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H="1">
            <a:off x="10621580" y="2897896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10621580" y="2995507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10269779" y="2693534"/>
            <a:ext cx="107122" cy="392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10376901" y="2732780"/>
            <a:ext cx="129628" cy="576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>
            <a:off x="10506529" y="2790427"/>
            <a:ext cx="127113" cy="314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9909392" y="2783328"/>
            <a:ext cx="109899" cy="284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10019291" y="2746039"/>
            <a:ext cx="138241" cy="372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10157532" y="2693534"/>
            <a:ext cx="112247" cy="525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H="1" flipV="1">
            <a:off x="10161589" y="3166744"/>
            <a:ext cx="106934" cy="244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H="1" flipV="1">
            <a:off x="10034063" y="3110497"/>
            <a:ext cx="127526" cy="562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H="1" flipV="1">
            <a:off x="9910995" y="3088505"/>
            <a:ext cx="123068" cy="219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H="1">
            <a:off x="9082524" y="2575281"/>
            <a:ext cx="109899" cy="284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 flipH="1">
            <a:off x="8944283" y="2603714"/>
            <a:ext cx="138241" cy="3728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 flipH="1">
            <a:off x="8832036" y="2641002"/>
            <a:ext cx="112247" cy="525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8832036" y="2180217"/>
            <a:ext cx="107090" cy="390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8939126" y="2219233"/>
            <a:ext cx="128319" cy="570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9067445" y="2276319"/>
            <a:ext cx="123337" cy="2215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8468173" y="2271063"/>
            <a:ext cx="112288" cy="3749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8580461" y="2232947"/>
            <a:ext cx="139356" cy="381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8719817" y="2180217"/>
            <a:ext cx="112219" cy="527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8468173" y="2489146"/>
            <a:ext cx="0" cy="760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8468173" y="2391535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H="1" flipV="1">
            <a:off x="8468173" y="2308553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H="1" flipV="1">
            <a:off x="8724913" y="2654262"/>
            <a:ext cx="107123" cy="392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 flipH="1" flipV="1">
            <a:off x="8595285" y="2596615"/>
            <a:ext cx="129628" cy="576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H="1" flipV="1">
            <a:off x="8468173" y="2565198"/>
            <a:ext cx="127112" cy="314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 flipH="1">
            <a:off x="9801137" y="2575281"/>
            <a:ext cx="109896" cy="2843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H="1">
            <a:off x="9662920" y="2603712"/>
            <a:ext cx="138217" cy="372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 flipH="1">
            <a:off x="9550907" y="2640992"/>
            <a:ext cx="112013" cy="52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9550907" y="2180230"/>
            <a:ext cx="106863" cy="3901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9657770" y="2219244"/>
            <a:ext cx="128289" cy="5707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9786059" y="2276321"/>
            <a:ext cx="123333" cy="221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 flipV="1">
            <a:off x="9190782" y="2270039"/>
            <a:ext cx="109896" cy="2843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 flipV="1">
            <a:off x="9300678" y="2232759"/>
            <a:ext cx="138217" cy="372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9438895" y="2180230"/>
            <a:ext cx="112012" cy="52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H="1" flipV="1">
            <a:off x="9444044" y="2654508"/>
            <a:ext cx="106863" cy="390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H="1" flipV="1">
            <a:off x="9315756" y="2597430"/>
            <a:ext cx="128288" cy="5707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 flipH="1" flipV="1">
            <a:off x="9192423" y="2575281"/>
            <a:ext cx="123333" cy="2214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 flipH="1">
            <a:off x="10521353" y="2565198"/>
            <a:ext cx="112289" cy="3749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 flipH="1">
            <a:off x="10381998" y="2602689"/>
            <a:ext cx="139355" cy="3811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H="1">
            <a:off x="10269779" y="2640804"/>
            <a:ext cx="112219" cy="527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10633642" y="2308553"/>
            <a:ext cx="0" cy="760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 flipH="1">
            <a:off x="10621580" y="2384605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>
            <a:off x="10621580" y="2482216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10269779" y="2180244"/>
            <a:ext cx="107122" cy="392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10376901" y="2219489"/>
            <a:ext cx="129628" cy="576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10506529" y="2277136"/>
            <a:ext cx="127113" cy="314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 flipV="1">
            <a:off x="9909392" y="2270038"/>
            <a:ext cx="109899" cy="284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V="1">
            <a:off x="10019291" y="2232749"/>
            <a:ext cx="138241" cy="372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V="1">
            <a:off x="10157532" y="2180244"/>
            <a:ext cx="112247" cy="525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H="1" flipV="1">
            <a:off x="10162689" y="2654518"/>
            <a:ext cx="107090" cy="390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H="1" flipV="1">
            <a:off x="10034370" y="2597432"/>
            <a:ext cx="128319" cy="570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 flipH="1" flipV="1">
            <a:off x="9911033" y="2575281"/>
            <a:ext cx="123337" cy="2215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H="1">
            <a:off x="9082524" y="2061991"/>
            <a:ext cx="109899" cy="284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H="1">
            <a:off x="8944283" y="2090423"/>
            <a:ext cx="138241" cy="3728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H="1">
            <a:off x="8832036" y="2127712"/>
            <a:ext cx="112247" cy="525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>
            <a:off x="8833292" y="1682574"/>
            <a:ext cx="106934" cy="2443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>
            <a:off x="8940226" y="1707007"/>
            <a:ext cx="127526" cy="562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>
            <a:off x="9067752" y="1763254"/>
            <a:ext cx="123068" cy="2199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8468173" y="1757922"/>
            <a:ext cx="112123" cy="373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8580296" y="1720650"/>
            <a:ext cx="138853" cy="372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8719149" y="1682574"/>
            <a:ext cx="114143" cy="3807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V="1">
            <a:off x="8468173" y="1975855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8468173" y="1878244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H="1" flipV="1">
            <a:off x="8468173" y="1795262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H="1" flipV="1">
            <a:off x="8724913" y="2140971"/>
            <a:ext cx="107123" cy="392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H="1" flipV="1">
            <a:off x="8595285" y="2083324"/>
            <a:ext cx="129628" cy="576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H="1" flipV="1">
            <a:off x="8468173" y="2051908"/>
            <a:ext cx="127112" cy="314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H="1">
            <a:off x="9801137" y="2061991"/>
            <a:ext cx="109896" cy="284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H="1">
            <a:off x="9662920" y="2090421"/>
            <a:ext cx="138217" cy="372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H="1">
            <a:off x="9550907" y="2127701"/>
            <a:ext cx="112013" cy="5252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9552068" y="1682495"/>
            <a:ext cx="106786" cy="245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9658854" y="1707008"/>
            <a:ext cx="127508" cy="5624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9786362" y="1763255"/>
            <a:ext cx="123067" cy="2199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9190820" y="1756900"/>
            <a:ext cx="109694" cy="283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9300514" y="1720460"/>
            <a:ext cx="137703" cy="3644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9438217" y="1682495"/>
            <a:ext cx="113851" cy="3796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H="1" flipV="1">
            <a:off x="9444044" y="2141217"/>
            <a:ext cx="106863" cy="390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H="1" flipV="1">
            <a:off x="9315756" y="2084139"/>
            <a:ext cx="128288" cy="5707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H="1" flipV="1">
            <a:off x="9192423" y="2061991"/>
            <a:ext cx="123333" cy="221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0521353" y="2051908"/>
            <a:ext cx="112289" cy="3749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>
            <a:off x="10381998" y="2089398"/>
            <a:ext cx="139355" cy="381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H="1">
            <a:off x="10269779" y="2127514"/>
            <a:ext cx="112219" cy="5273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10633642" y="1795262"/>
            <a:ext cx="0" cy="760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H="1">
            <a:off x="10621580" y="1871315"/>
            <a:ext cx="12062" cy="9761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10621580" y="1968926"/>
            <a:ext cx="12062" cy="829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10270881" y="1682585"/>
            <a:ext cx="107095" cy="246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0377976" y="1707259"/>
            <a:ext cx="128849" cy="56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0506825" y="1764066"/>
            <a:ext cx="126817" cy="3119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9909429" y="1756900"/>
            <a:ext cx="109696" cy="2834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10019125" y="1720456"/>
            <a:ext cx="137720" cy="364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10156845" y="1682585"/>
            <a:ext cx="114036" cy="378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0162689" y="2141227"/>
            <a:ext cx="107090" cy="3901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 flipV="1">
            <a:off x="10034370" y="2084142"/>
            <a:ext cx="128319" cy="570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9911033" y="2061991"/>
            <a:ext cx="123337" cy="2215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530352" y="3483864"/>
            <a:ext cx="157276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沿 y 拉伸</a:t>
            </a:r>
          </a:p>
        </p:txBody>
      </p:sp>
      <p:sp>
        <p:nvSpPr>
          <p:cNvPr id="875" name="TextBox 874"/>
          <p:cNvSpPr txBox="1"/>
          <p:nvPr/>
        </p:nvSpPr>
        <p:spPr>
          <a:xfrm>
            <a:off x="1920240" y="3483864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1.08</a:t>
            </a:r>
          </a:p>
        </p:txBody>
      </p:sp>
      <p:cxnSp>
        <p:nvCxnSpPr>
          <p:cNvPr id="876" name="Connector 875"/>
          <p:cNvCxnSpPr/>
          <p:nvPr/>
        </p:nvCxnSpPr>
        <p:spPr>
          <a:xfrm>
            <a:off x="2475827" y="4163623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2512516" y="4237002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2547968" y="4337000"/>
            <a:ext cx="62292" cy="739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2610260" y="4410966"/>
            <a:ext cx="78659" cy="3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2688919" y="4411300"/>
            <a:ext cx="101442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V="1">
            <a:off x="2790361" y="4411357"/>
            <a:ext cx="85732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V="1">
            <a:off x="2876093" y="4337829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V="1">
            <a:off x="2916641" y="4249607"/>
            <a:ext cx="63297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V="1">
            <a:off x="2979938" y="4163623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 flipH="1" flipV="1">
            <a:off x="2971081" y="4090254"/>
            <a:ext cx="39610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H="1" flipV="1">
            <a:off x="2932704" y="3990180"/>
            <a:ext cx="38377" cy="1000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 flipH="1" flipV="1">
            <a:off x="2875986" y="3916326"/>
            <a:ext cx="56718" cy="738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 flipH="1" flipV="1">
            <a:off x="2797590" y="3915946"/>
            <a:ext cx="78396" cy="3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 flipV="1">
            <a:off x="2696160" y="3904488"/>
            <a:ext cx="101430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>
            <a:off x="2610585" y="3904488"/>
            <a:ext cx="85575" cy="1169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 flipH="1">
            <a:off x="2569829" y="3916179"/>
            <a:ext cx="40756" cy="733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2504221" y="3989481"/>
            <a:ext cx="65608" cy="882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>
            <a:off x="2475827" y="4077739"/>
            <a:ext cx="28394" cy="858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2475827" y="4658867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2512516" y="4732246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2547968" y="4832244"/>
            <a:ext cx="62292" cy="739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2610260" y="4906211"/>
            <a:ext cx="78659" cy="3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2688919" y="4906545"/>
            <a:ext cx="101442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V="1">
            <a:off x="2790361" y="4906602"/>
            <a:ext cx="85732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V="1">
            <a:off x="2876093" y="4833074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V="1">
            <a:off x="2916641" y="4744852"/>
            <a:ext cx="63297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V="1">
            <a:off x="2979938" y="4658867"/>
            <a:ext cx="30753" cy="859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H="1" flipV="1">
            <a:off x="2971081" y="4585499"/>
            <a:ext cx="39610" cy="733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H="1" flipV="1">
            <a:off x="2932702" y="4485423"/>
            <a:ext cx="38379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H="1" flipV="1">
            <a:off x="2876093" y="4411357"/>
            <a:ext cx="56609" cy="74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 flipV="1">
            <a:off x="2797593" y="4411190"/>
            <a:ext cx="78500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H="1" flipV="1">
            <a:off x="2696152" y="4399733"/>
            <a:ext cx="101441" cy="1145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H="1">
            <a:off x="2610260" y="4399733"/>
            <a:ext cx="85892" cy="112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569832" y="4410966"/>
            <a:ext cx="40428" cy="737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>
            <a:off x="2504221" y="4484718"/>
            <a:ext cx="65611" cy="882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H="1">
            <a:off x="2475827" y="4572984"/>
            <a:ext cx="28394" cy="8588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2475827" y="5154112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2512516" y="5227491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547968" y="5327489"/>
            <a:ext cx="62414" cy="7372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610382" y="5401213"/>
            <a:ext cx="78541" cy="5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688923" y="5401789"/>
            <a:ext cx="101434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2790357" y="5401577"/>
            <a:ext cx="85564" cy="116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2875921" y="5328314"/>
            <a:ext cx="40722" cy="732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2916643" y="5240096"/>
            <a:ext cx="63296" cy="882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2979939" y="5154112"/>
            <a:ext cx="30752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 flipV="1">
            <a:off x="2971081" y="5080743"/>
            <a:ext cx="39610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32702" y="4980667"/>
            <a:ext cx="38379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H="1" flipV="1">
            <a:off x="2876093" y="4906602"/>
            <a:ext cx="56609" cy="740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H="1" flipV="1">
            <a:off x="2797593" y="4906435"/>
            <a:ext cx="78500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H="1" flipV="1">
            <a:off x="2696152" y="4894977"/>
            <a:ext cx="101441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H="1">
            <a:off x="2610260" y="4894977"/>
            <a:ext cx="85892" cy="112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H="1">
            <a:off x="2569832" y="4906211"/>
            <a:ext cx="40428" cy="737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H="1">
            <a:off x="2504221" y="4979963"/>
            <a:ext cx="65611" cy="882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2475827" y="5068228"/>
            <a:ext cx="28394" cy="858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3010691" y="4163623"/>
            <a:ext cx="39611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3050302" y="4236992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3088680" y="4337068"/>
            <a:ext cx="56610" cy="740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3145290" y="4411133"/>
            <a:ext cx="78499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3223789" y="4411300"/>
            <a:ext cx="101437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V="1">
            <a:off x="3325226" y="4411357"/>
            <a:ext cx="85731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V="1">
            <a:off x="3410957" y="4337829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3451505" y="4249607"/>
            <a:ext cx="63298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V="1">
            <a:off x="3514803" y="4163623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 flipH="1" flipV="1">
            <a:off x="3505945" y="4090254"/>
            <a:ext cx="39611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 flipH="1" flipV="1">
            <a:off x="3467569" y="3990180"/>
            <a:ext cx="38376" cy="1000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H="1" flipV="1">
            <a:off x="3410850" y="3916326"/>
            <a:ext cx="56719" cy="738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 flipV="1">
            <a:off x="3332455" y="3915946"/>
            <a:ext cx="78395" cy="3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3231025" y="3904487"/>
            <a:ext cx="101430" cy="1145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H="1">
            <a:off x="3145462" y="3904487"/>
            <a:ext cx="85563" cy="116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H="1">
            <a:off x="3104740" y="3916158"/>
            <a:ext cx="40722" cy="732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H="1">
            <a:off x="3041444" y="3989421"/>
            <a:ext cx="63296" cy="882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 flipH="1">
            <a:off x="3010691" y="4077639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3010691" y="4658867"/>
            <a:ext cx="39611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3050302" y="4732236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3088680" y="4832312"/>
            <a:ext cx="56610" cy="74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3145290" y="4906378"/>
            <a:ext cx="78499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3223789" y="4906545"/>
            <a:ext cx="101437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3325226" y="4906602"/>
            <a:ext cx="85731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3410957" y="4833074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V="1">
            <a:off x="3451505" y="4744852"/>
            <a:ext cx="63298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3514803" y="4658867"/>
            <a:ext cx="30753" cy="8598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H="1" flipV="1">
            <a:off x="3505945" y="4585499"/>
            <a:ext cx="39611" cy="733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H="1" flipV="1">
            <a:off x="3467567" y="4485423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H="1" flipV="1">
            <a:off x="3410957" y="4411357"/>
            <a:ext cx="56610" cy="74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H="1" flipV="1">
            <a:off x="3332458" y="4411190"/>
            <a:ext cx="78499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H="1" flipV="1">
            <a:off x="3231021" y="4399732"/>
            <a:ext cx="101437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>
            <a:off x="3145290" y="4399732"/>
            <a:ext cx="85731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H="1">
            <a:off x="3104742" y="4411133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H="1">
            <a:off x="3041444" y="4484661"/>
            <a:ext cx="63298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H="1">
            <a:off x="3010691" y="4572883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3010691" y="5154112"/>
            <a:ext cx="39611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3050302" y="5227481"/>
            <a:ext cx="38376" cy="1000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3088678" y="5327555"/>
            <a:ext cx="56719" cy="738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>
            <a:off x="3145397" y="5401409"/>
            <a:ext cx="78395" cy="3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>
            <a:off x="3223792" y="5401789"/>
            <a:ext cx="101430" cy="1145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3325222" y="5401577"/>
            <a:ext cx="85563" cy="116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3410785" y="5328314"/>
            <a:ext cx="40722" cy="732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3451507" y="5240096"/>
            <a:ext cx="63296" cy="882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3514803" y="5154112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H="1" flipV="1">
            <a:off x="3505945" y="5080743"/>
            <a:ext cx="39611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 flipV="1">
            <a:off x="3467567" y="4980667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H="1" flipV="1">
            <a:off x="3410957" y="4906602"/>
            <a:ext cx="56610" cy="740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H="1" flipV="1">
            <a:off x="3332458" y="4906435"/>
            <a:ext cx="78499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 flipV="1">
            <a:off x="3231021" y="4894977"/>
            <a:ext cx="101437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H="1">
            <a:off x="3145290" y="4894977"/>
            <a:ext cx="85731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H="1">
            <a:off x="3104742" y="4906378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H="1">
            <a:off x="3041444" y="4979906"/>
            <a:ext cx="63298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H="1">
            <a:off x="3010691" y="5068128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3545556" y="4163623"/>
            <a:ext cx="39610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3585166" y="4236992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3623544" y="4337068"/>
            <a:ext cx="56610" cy="740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3680154" y="4411133"/>
            <a:ext cx="78500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3758654" y="4411300"/>
            <a:ext cx="101441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3860095" y="4411523"/>
            <a:ext cx="85891" cy="1123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3945986" y="4337772"/>
            <a:ext cx="40428" cy="7375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3986414" y="4249506"/>
            <a:ext cx="65612" cy="882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V="1">
            <a:off x="4052026" y="4163623"/>
            <a:ext cx="28394" cy="8588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 flipV="1">
            <a:off x="4043731" y="4090244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 flipV="1">
            <a:off x="4008279" y="3990246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H="1" flipV="1">
            <a:off x="3945864" y="3916521"/>
            <a:ext cx="62415" cy="7372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H="1" flipV="1">
            <a:off x="3867324" y="3915946"/>
            <a:ext cx="78540" cy="5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H="1" flipV="1">
            <a:off x="3765890" y="3904488"/>
            <a:ext cx="101434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H="1">
            <a:off x="3680326" y="3904488"/>
            <a:ext cx="85564" cy="116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H="1">
            <a:off x="3639604" y="3916158"/>
            <a:ext cx="40722" cy="732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>
            <a:off x="3576308" y="3989421"/>
            <a:ext cx="63296" cy="882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>
            <a:off x="3545556" y="4077639"/>
            <a:ext cx="30752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>
            <a:off x="3545556" y="4658867"/>
            <a:ext cx="39610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3585166" y="4732236"/>
            <a:ext cx="38378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3623544" y="4832312"/>
            <a:ext cx="56610" cy="740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3680154" y="4906378"/>
            <a:ext cx="78500" cy="1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3758654" y="4906545"/>
            <a:ext cx="101441" cy="1145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V="1">
            <a:off x="3860095" y="4906768"/>
            <a:ext cx="85891" cy="112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V="1">
            <a:off x="3945986" y="4833017"/>
            <a:ext cx="40428" cy="7375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V="1">
            <a:off x="3986414" y="4744751"/>
            <a:ext cx="65612" cy="8826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V="1">
            <a:off x="4052026" y="4658867"/>
            <a:ext cx="28394" cy="858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H="1" flipV="1">
            <a:off x="4043731" y="4585489"/>
            <a:ext cx="36689" cy="733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H="1" flipV="1">
            <a:off x="4008279" y="4485491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H="1" flipV="1">
            <a:off x="3945986" y="4411523"/>
            <a:ext cx="62293" cy="739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 flipV="1">
            <a:off x="3867328" y="4411190"/>
            <a:ext cx="78658" cy="3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H="1" flipV="1">
            <a:off x="3765886" y="4399732"/>
            <a:ext cx="101442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H="1">
            <a:off x="3680154" y="4399732"/>
            <a:ext cx="85732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H="1">
            <a:off x="3639606" y="4411133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H="1">
            <a:off x="3576309" y="4484661"/>
            <a:ext cx="63297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H="1">
            <a:off x="3545556" y="4572883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3545556" y="5154112"/>
            <a:ext cx="39610" cy="733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>
            <a:off x="3585166" y="5227481"/>
            <a:ext cx="38377" cy="1000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3623543" y="5327555"/>
            <a:ext cx="56718" cy="7385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3680261" y="5401409"/>
            <a:ext cx="78396" cy="3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>
            <a:off x="3758657" y="5401789"/>
            <a:ext cx="101430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3860087" y="5401556"/>
            <a:ext cx="85574" cy="1169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3945661" y="5328254"/>
            <a:ext cx="40757" cy="733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3986418" y="5239996"/>
            <a:ext cx="65608" cy="882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4052026" y="5154112"/>
            <a:ext cx="28394" cy="858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H="1" flipV="1">
            <a:off x="4043731" y="5080733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H="1" flipV="1">
            <a:off x="4008279" y="4980735"/>
            <a:ext cx="35452" cy="9999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H="1" flipV="1">
            <a:off x="3945986" y="4906768"/>
            <a:ext cx="62293" cy="7396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H="1" flipV="1">
            <a:off x="3867328" y="4906435"/>
            <a:ext cx="78658" cy="3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H="1" flipV="1">
            <a:off x="3765886" y="4894977"/>
            <a:ext cx="101442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H="1">
            <a:off x="3680154" y="4894977"/>
            <a:ext cx="85732" cy="114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H="1">
            <a:off x="3639606" y="4906378"/>
            <a:ext cx="40548" cy="735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H="1">
            <a:off x="3576309" y="4979906"/>
            <a:ext cx="63297" cy="882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H="1">
            <a:off x="3545556" y="5068128"/>
            <a:ext cx="30753" cy="859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H="1" flipV="1">
            <a:off x="2569904" y="4337806"/>
            <a:ext cx="40356" cy="731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H="1" flipV="1">
            <a:off x="2527498" y="4237868"/>
            <a:ext cx="42406" cy="999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H="1" flipV="1">
            <a:off x="2475827" y="4163623"/>
            <a:ext cx="51671" cy="742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H="1">
            <a:off x="2971016" y="4163623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H="1">
            <a:off x="2907722" y="4237056"/>
            <a:ext cx="63294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H="1">
            <a:off x="2876093" y="4325275"/>
            <a:ext cx="31629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>
            <a:off x="2875986" y="3916326"/>
            <a:ext cx="40596" cy="730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>
            <a:off x="2916582" y="3989363"/>
            <a:ext cx="38373" cy="1000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>
            <a:off x="2954955" y="4089434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2610585" y="3916056"/>
            <a:ext cx="78345" cy="1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>
            <a:off x="2688930" y="3916056"/>
            <a:ext cx="101428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2790358" y="3916326"/>
            <a:ext cx="85628" cy="11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2475827" y="4090244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2512516" y="4002052"/>
            <a:ext cx="66218" cy="8819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2578734" y="3916179"/>
            <a:ext cx="31851" cy="858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H="1" flipV="1">
            <a:off x="2569904" y="4833051"/>
            <a:ext cx="40356" cy="731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H="1" flipV="1">
            <a:off x="2527498" y="4733113"/>
            <a:ext cx="42406" cy="999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H="1" flipV="1">
            <a:off x="2475827" y="4658867"/>
            <a:ext cx="51671" cy="74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H="1">
            <a:off x="2971016" y="4658867"/>
            <a:ext cx="39675" cy="734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 flipH="1">
            <a:off x="2907722" y="4732301"/>
            <a:ext cx="63294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H="1">
            <a:off x="2876093" y="4820520"/>
            <a:ext cx="31629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2876093" y="4411357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>
            <a:off x="2916580" y="4484603"/>
            <a:ext cx="38375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>
            <a:off x="2954955" y="4584679"/>
            <a:ext cx="55736" cy="74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2475827" y="4585489"/>
            <a:ext cx="36689" cy="733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2512516" y="4497288"/>
            <a:ext cx="66222" cy="882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2578738" y="4410966"/>
            <a:ext cx="31522" cy="863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H="1" flipV="1">
            <a:off x="2569901" y="5328292"/>
            <a:ext cx="40481" cy="7292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H="1" flipV="1">
            <a:off x="2527498" y="5228358"/>
            <a:ext cx="42403" cy="999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H="1" flipV="1">
            <a:off x="2475827" y="5154112"/>
            <a:ext cx="51671" cy="74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H="1">
            <a:off x="2797587" y="5401577"/>
            <a:ext cx="78334" cy="1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H="1" flipV="1">
            <a:off x="2696156" y="5390221"/>
            <a:ext cx="101431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H="1">
            <a:off x="2610382" y="5390221"/>
            <a:ext cx="85774" cy="1099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H="1">
            <a:off x="2971016" y="5154112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H="1">
            <a:off x="2907724" y="5227545"/>
            <a:ext cx="63292" cy="882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H="1">
            <a:off x="2875921" y="5315759"/>
            <a:ext cx="31803" cy="858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>
            <a:off x="2876093" y="4906602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>
            <a:off x="2916580" y="4979848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>
            <a:off x="2954955" y="5079923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2475827" y="5080733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2512516" y="4992533"/>
            <a:ext cx="66222" cy="8820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V="1">
            <a:off x="2578738" y="4906211"/>
            <a:ext cx="31522" cy="863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 flipH="1" flipV="1">
            <a:off x="3104803" y="4337887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H="1" flipV="1">
            <a:off x="3066428" y="4237812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 flipH="1" flipV="1">
            <a:off x="3010691" y="4163623"/>
            <a:ext cx="55737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H="1">
            <a:off x="3505880" y="4163623"/>
            <a:ext cx="39676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H="1">
            <a:off x="3442587" y="4237056"/>
            <a:ext cx="63293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H="1">
            <a:off x="3410957" y="4325275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>
            <a:off x="3410850" y="3916326"/>
            <a:ext cx="40596" cy="730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>
            <a:off x="3451446" y="3989363"/>
            <a:ext cx="38374" cy="1000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>
            <a:off x="3489820" y="4089434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V="1">
            <a:off x="3145462" y="3916056"/>
            <a:ext cx="78333" cy="1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3223795" y="3916056"/>
            <a:ext cx="101428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V="1">
            <a:off x="3325223" y="3916326"/>
            <a:ext cx="85627" cy="11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V="1">
            <a:off x="3010691" y="4090190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 flipV="1">
            <a:off x="3050366" y="4001976"/>
            <a:ext cx="63292" cy="882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V="1">
            <a:off x="3113658" y="3916158"/>
            <a:ext cx="31804" cy="858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H="1" flipV="1">
            <a:off x="3104803" y="4833131"/>
            <a:ext cx="40487" cy="732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H="1" flipV="1">
            <a:off x="3066428" y="4733056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H="1" flipV="1">
            <a:off x="3010691" y="4658867"/>
            <a:ext cx="55737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H="1">
            <a:off x="3505880" y="4658867"/>
            <a:ext cx="39676" cy="734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H="1">
            <a:off x="3442587" y="4732301"/>
            <a:ext cx="63293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H="1">
            <a:off x="3410957" y="4820520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>
            <a:off x="3410957" y="4411357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>
            <a:off x="3451444" y="4484603"/>
            <a:ext cx="38375" cy="1000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>
            <a:off x="3489819" y="4584679"/>
            <a:ext cx="55737" cy="74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 flipV="1">
            <a:off x="3010691" y="4585434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 flipV="1">
            <a:off x="3050366" y="4497215"/>
            <a:ext cx="63294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 flipV="1">
            <a:off x="3113660" y="4411133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 flipH="1" flipV="1">
            <a:off x="3104801" y="5328372"/>
            <a:ext cx="40596" cy="730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 flipH="1" flipV="1">
            <a:off x="3066427" y="5228301"/>
            <a:ext cx="38374" cy="1000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 flipH="1" flipV="1">
            <a:off x="3010691" y="5154112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 flipH="1">
            <a:off x="3332452" y="5401577"/>
            <a:ext cx="78333" cy="1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 flipH="1" flipV="1">
            <a:off x="3231024" y="5390221"/>
            <a:ext cx="101428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 flipH="1">
            <a:off x="3145397" y="5390221"/>
            <a:ext cx="85627" cy="11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 flipH="1">
            <a:off x="3505881" y="5154112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 flipH="1">
            <a:off x="3442589" y="5227545"/>
            <a:ext cx="63292" cy="882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 flipH="1">
            <a:off x="3410785" y="5315759"/>
            <a:ext cx="31804" cy="858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>
            <a:off x="3410957" y="4906602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3451444" y="4979848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>
            <a:off x="3489819" y="5079923"/>
            <a:ext cx="55737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 flipV="1">
            <a:off x="3010691" y="5080679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 flipV="1">
            <a:off x="3050366" y="4992460"/>
            <a:ext cx="63294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 flipV="1">
            <a:off x="3113660" y="4906378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 flipH="1" flipV="1">
            <a:off x="3639667" y="4337887"/>
            <a:ext cx="40487" cy="73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 flipH="1" flipV="1">
            <a:off x="3601292" y="4237812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 flipH="1" flipV="1">
            <a:off x="3545556" y="4163623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 flipH="1">
            <a:off x="4043731" y="4163623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 flipH="1">
            <a:off x="3977509" y="4237002"/>
            <a:ext cx="66222" cy="882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 flipH="1">
            <a:off x="3945986" y="4325203"/>
            <a:ext cx="31523" cy="8632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3945864" y="3916521"/>
            <a:ext cx="40481" cy="729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3986345" y="3989443"/>
            <a:ext cx="42404" cy="999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4028749" y="4089377"/>
            <a:ext cx="51671" cy="7424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 flipV="1">
            <a:off x="3680326" y="3916056"/>
            <a:ext cx="78334" cy="10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3758660" y="3916056"/>
            <a:ext cx="101431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V="1">
            <a:off x="3860091" y="3916521"/>
            <a:ext cx="85773" cy="1099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V="1">
            <a:off x="3545556" y="4090190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 flipV="1">
            <a:off x="3585231" y="4001976"/>
            <a:ext cx="63292" cy="8821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 flipV="1">
            <a:off x="3648523" y="3916158"/>
            <a:ext cx="31803" cy="8581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 flipH="1" flipV="1">
            <a:off x="3639667" y="4833131"/>
            <a:ext cx="40487" cy="7324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 flipH="1" flipV="1">
            <a:off x="3601292" y="4733056"/>
            <a:ext cx="38375" cy="1000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 flipH="1" flipV="1">
            <a:off x="3545556" y="4658867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 flipH="1">
            <a:off x="4043731" y="4658867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 flipH="1">
            <a:off x="3977509" y="4732246"/>
            <a:ext cx="66222" cy="882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 flipH="1">
            <a:off x="3945986" y="4820447"/>
            <a:ext cx="31523" cy="8632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>
            <a:off x="3945986" y="4411523"/>
            <a:ext cx="40357" cy="731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>
            <a:off x="3986343" y="4484683"/>
            <a:ext cx="42406" cy="999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4028749" y="4584622"/>
            <a:ext cx="51671" cy="742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 flipV="1">
            <a:off x="3545556" y="4585434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 flipV="1">
            <a:off x="3585231" y="4497215"/>
            <a:ext cx="63293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 flipV="1">
            <a:off x="3648524" y="4411133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 flipH="1" flipV="1">
            <a:off x="3639665" y="5328372"/>
            <a:ext cx="40596" cy="730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 flipH="1" flipV="1">
            <a:off x="3601292" y="5228301"/>
            <a:ext cx="38373" cy="10007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 flipH="1" flipV="1">
            <a:off x="3545556" y="5154112"/>
            <a:ext cx="55736" cy="741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 flipH="1">
            <a:off x="3867316" y="5401556"/>
            <a:ext cx="78345" cy="1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 flipH="1" flipV="1">
            <a:off x="3765889" y="5390221"/>
            <a:ext cx="101427" cy="1145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 flipH="1">
            <a:off x="3680261" y="5390221"/>
            <a:ext cx="85628" cy="111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 flipH="1">
            <a:off x="4043731" y="5154112"/>
            <a:ext cx="36689" cy="733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 flipH="1">
            <a:off x="3977512" y="5227491"/>
            <a:ext cx="66219" cy="8819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H="1">
            <a:off x="3945661" y="5315683"/>
            <a:ext cx="31851" cy="858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>
            <a:off x="3945986" y="4906768"/>
            <a:ext cx="40357" cy="731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>
            <a:off x="3986343" y="4979928"/>
            <a:ext cx="42406" cy="999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>
            <a:off x="4028749" y="5079867"/>
            <a:ext cx="51671" cy="742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3545556" y="5080679"/>
            <a:ext cx="39675" cy="7343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V="1">
            <a:off x="3585231" y="4992460"/>
            <a:ext cx="63293" cy="8821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 flipV="1">
            <a:off x="3648524" y="4906378"/>
            <a:ext cx="31630" cy="8608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TextBox 1163"/>
          <p:cNvSpPr txBox="1"/>
          <p:nvPr/>
        </p:nvSpPr>
        <p:spPr>
          <a:xfrm>
            <a:off x="5056632" y="3483864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1.24</a:t>
            </a:r>
          </a:p>
        </p:txBody>
      </p:sp>
      <p:cxnSp>
        <p:nvCxnSpPr>
          <p:cNvPr id="1165" name="Connector 1164"/>
          <p:cNvCxnSpPr/>
          <p:nvPr/>
        </p:nvCxnSpPr>
        <p:spPr>
          <a:xfrm>
            <a:off x="5492339" y="4163073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>
            <a:off x="5529069" y="4236534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5564559" y="4336643"/>
            <a:ext cx="85904" cy="726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>
            <a:off x="5650463" y="4409268"/>
            <a:ext cx="87944" cy="2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>
            <a:off x="5738407" y="4411351"/>
            <a:ext cx="114043" cy="103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V="1">
            <a:off x="5852450" y="4411571"/>
            <a:ext cx="94850" cy="101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 flipV="1">
            <a:off x="5947300" y="4337582"/>
            <a:ext cx="51783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V="1">
            <a:off x="5999083" y="4249838"/>
            <a:ext cx="71940" cy="877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V="1">
            <a:off x="6071023" y="4163082"/>
            <a:ext cx="36100" cy="867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 flipH="1" flipV="1">
            <a:off x="6061679" y="4089617"/>
            <a:ext cx="45444" cy="73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 flipH="1" flipV="1">
            <a:off x="6016653" y="3988901"/>
            <a:ext cx="45026" cy="1007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 flipH="1" flipV="1">
            <a:off x="5945909" y="3918227"/>
            <a:ext cx="70744" cy="70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 flipH="1" flipV="1">
            <a:off x="5860707" y="3914817"/>
            <a:ext cx="85202" cy="34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 flipH="1" flipV="1">
            <a:off x="5747107" y="3904494"/>
            <a:ext cx="113600" cy="103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 flipH="1">
            <a:off x="5653926" y="3904494"/>
            <a:ext cx="93181" cy="129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 flipH="1">
            <a:off x="5599787" y="3917491"/>
            <a:ext cx="54139" cy="717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 flipH="1">
            <a:off x="5520764" y="3989232"/>
            <a:ext cx="79023" cy="878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 flipH="1">
            <a:off x="5492339" y="4077094"/>
            <a:ext cx="28425" cy="859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>
            <a:off x="5492339" y="4658868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>
            <a:off x="5529069" y="4732328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>
            <a:off x="5564559" y="4832437"/>
            <a:ext cx="85904" cy="726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5650463" y="4905062"/>
            <a:ext cx="87944" cy="2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5738407" y="4907145"/>
            <a:ext cx="114043" cy="103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 flipV="1">
            <a:off x="5852450" y="4907365"/>
            <a:ext cx="94850" cy="101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 flipV="1">
            <a:off x="5947300" y="4833376"/>
            <a:ext cx="51783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 flipV="1">
            <a:off x="5999083" y="4745631"/>
            <a:ext cx="71940" cy="877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 flipV="1">
            <a:off x="6071023" y="4658868"/>
            <a:ext cx="36100" cy="867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 flipH="1" flipV="1">
            <a:off x="6061669" y="4585391"/>
            <a:ext cx="45454" cy="7347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H="1" flipV="1">
            <a:off x="6016605" y="4484613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 flipH="1" flipV="1">
            <a:off x="5947300" y="4411571"/>
            <a:ext cx="69305" cy="730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 flipH="1" flipV="1">
            <a:off x="5860799" y="4410561"/>
            <a:ext cx="86501" cy="10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H="1" flipV="1">
            <a:off x="5746787" y="4400255"/>
            <a:ext cx="114012" cy="103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H="1">
            <a:off x="5650463" y="4400255"/>
            <a:ext cx="96324" cy="90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 flipH="1">
            <a:off x="5599852" y="4409268"/>
            <a:ext cx="50611" cy="755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 flipH="1">
            <a:off x="5520764" y="4484845"/>
            <a:ext cx="79088" cy="880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 flipH="1">
            <a:off x="5492339" y="4572889"/>
            <a:ext cx="28425" cy="859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>
            <a:off x="5492339" y="5154662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>
            <a:off x="5529069" y="5228122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>
            <a:off x="5564559" y="5328231"/>
            <a:ext cx="87507" cy="697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>
            <a:off x="5652066" y="5398007"/>
            <a:ext cx="86487" cy="48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>
            <a:off x="5738553" y="5402885"/>
            <a:ext cx="113743" cy="10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 flipV="1">
            <a:off x="5852296" y="5400528"/>
            <a:ext cx="93062" cy="127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 flipV="1">
            <a:off x="5945358" y="5329045"/>
            <a:ext cx="53779" cy="7148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 flipV="1">
            <a:off x="5999137" y="5241406"/>
            <a:ext cx="71899" cy="876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 flipV="1">
            <a:off x="6071036" y="5154653"/>
            <a:ext cx="36087" cy="867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 flipH="1" flipV="1">
            <a:off x="6061669" y="5081185"/>
            <a:ext cx="45454" cy="734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 flipH="1" flipV="1">
            <a:off x="6016605" y="4980407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H="1" flipV="1">
            <a:off x="5947300" y="4907365"/>
            <a:ext cx="69305" cy="730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 flipH="1" flipV="1">
            <a:off x="5860799" y="4906355"/>
            <a:ext cx="86501" cy="10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 flipH="1" flipV="1">
            <a:off x="5746787" y="4896049"/>
            <a:ext cx="114012" cy="103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 flipH="1">
            <a:off x="5650463" y="4896049"/>
            <a:ext cx="96324" cy="90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H="1">
            <a:off x="5599852" y="4905062"/>
            <a:ext cx="50611" cy="755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 flipH="1">
            <a:off x="5520764" y="4980639"/>
            <a:ext cx="79088" cy="880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 flipH="1">
            <a:off x="5492339" y="5068683"/>
            <a:ext cx="28425" cy="859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>
            <a:off x="6107123" y="4163082"/>
            <a:ext cx="45455" cy="734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>
            <a:off x="6152578" y="4236550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>
            <a:off x="6197642" y="4337328"/>
            <a:ext cx="69295" cy="730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>
            <a:off x="6266937" y="4410370"/>
            <a:ext cx="86474" cy="10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>
            <a:off x="6353411" y="4411376"/>
            <a:ext cx="113865" cy="1030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 flipV="1">
            <a:off x="6467276" y="4411571"/>
            <a:ext cx="94818" cy="101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 flipV="1">
            <a:off x="6562094" y="4337582"/>
            <a:ext cx="51774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 flipV="1">
            <a:off x="6613868" y="4249838"/>
            <a:ext cx="71940" cy="877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 flipV="1">
            <a:off x="6685808" y="4163082"/>
            <a:ext cx="36100" cy="867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 flipH="1" flipV="1">
            <a:off x="6676464" y="4089617"/>
            <a:ext cx="45444" cy="73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 flipH="1" flipV="1">
            <a:off x="6631438" y="3988901"/>
            <a:ext cx="45026" cy="1007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 flipH="1" flipV="1">
            <a:off x="6560695" y="3918227"/>
            <a:ext cx="70743" cy="70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 flipH="1" flipV="1">
            <a:off x="6475495" y="3914817"/>
            <a:ext cx="85200" cy="34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H="1" flipV="1">
            <a:off x="6361913" y="3904487"/>
            <a:ext cx="113582" cy="10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 flipH="1">
            <a:off x="6268880" y="3904487"/>
            <a:ext cx="93033" cy="1272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 flipH="1">
            <a:off x="6215109" y="3917207"/>
            <a:ext cx="53771" cy="7148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 flipH="1">
            <a:off x="6143211" y="3988691"/>
            <a:ext cx="71898" cy="876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 flipH="1">
            <a:off x="6107123" y="4076329"/>
            <a:ext cx="36088" cy="867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>
            <a:off x="6107123" y="4658868"/>
            <a:ext cx="45454" cy="734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>
            <a:off x="6152577" y="4732344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>
            <a:off x="6197641" y="4833122"/>
            <a:ext cx="69296" cy="730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>
            <a:off x="6266937" y="4906164"/>
            <a:ext cx="86474" cy="10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>
            <a:off x="6353411" y="4907170"/>
            <a:ext cx="113865" cy="1030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V="1">
            <a:off x="6467276" y="4907365"/>
            <a:ext cx="94818" cy="101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V="1">
            <a:off x="6562094" y="4833376"/>
            <a:ext cx="51774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V="1">
            <a:off x="6613868" y="4745631"/>
            <a:ext cx="71940" cy="877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 flipV="1">
            <a:off x="6685808" y="4658868"/>
            <a:ext cx="36100" cy="8676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 flipH="1" flipV="1">
            <a:off x="6676454" y="4585391"/>
            <a:ext cx="45454" cy="7347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 flipH="1" flipV="1">
            <a:off x="6631389" y="4484613"/>
            <a:ext cx="45065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 flipH="1" flipV="1">
            <a:off x="6562094" y="4411571"/>
            <a:ext cx="69295" cy="730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 flipH="1" flipV="1">
            <a:off x="6475620" y="4410565"/>
            <a:ext cx="86474" cy="10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 flipH="1" flipV="1">
            <a:off x="6361755" y="4400257"/>
            <a:ext cx="113865" cy="1030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 flipH="1">
            <a:off x="6266937" y="4400257"/>
            <a:ext cx="94818" cy="101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H="1">
            <a:off x="6215163" y="4410370"/>
            <a:ext cx="51774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 flipH="1">
            <a:off x="6143223" y="4484359"/>
            <a:ext cx="71940" cy="877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 flipH="1">
            <a:off x="6107123" y="4572104"/>
            <a:ext cx="36100" cy="867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>
            <a:off x="6107123" y="5154653"/>
            <a:ext cx="45444" cy="73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>
            <a:off x="6152567" y="5228118"/>
            <a:ext cx="45026" cy="1007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>
            <a:off x="6197593" y="5328834"/>
            <a:ext cx="70743" cy="70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>
            <a:off x="6268336" y="5399508"/>
            <a:ext cx="85200" cy="34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Connector 1258"/>
          <p:cNvCxnSpPr/>
          <p:nvPr/>
        </p:nvCxnSpPr>
        <p:spPr>
          <a:xfrm>
            <a:off x="6353536" y="5402918"/>
            <a:ext cx="113582" cy="1033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 flipV="1">
            <a:off x="6467118" y="5400528"/>
            <a:ext cx="93033" cy="1272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 flipV="1">
            <a:off x="6560151" y="5329045"/>
            <a:ext cx="53771" cy="7148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 flipV="1">
            <a:off x="6613922" y="5241406"/>
            <a:ext cx="71898" cy="876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 flipV="1">
            <a:off x="6685820" y="5154653"/>
            <a:ext cx="36088" cy="867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H="1" flipV="1">
            <a:off x="6676453" y="5081185"/>
            <a:ext cx="45455" cy="734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 flipH="1" flipV="1">
            <a:off x="6631389" y="4980407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6" name="Connector 1265"/>
          <p:cNvCxnSpPr/>
          <p:nvPr/>
        </p:nvCxnSpPr>
        <p:spPr>
          <a:xfrm flipH="1" flipV="1">
            <a:off x="6562094" y="4907365"/>
            <a:ext cx="69295" cy="730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7" name="Connector 1266"/>
          <p:cNvCxnSpPr/>
          <p:nvPr/>
        </p:nvCxnSpPr>
        <p:spPr>
          <a:xfrm flipH="1" flipV="1">
            <a:off x="6475620" y="4906359"/>
            <a:ext cx="86474" cy="100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Connector 1267"/>
          <p:cNvCxnSpPr/>
          <p:nvPr/>
        </p:nvCxnSpPr>
        <p:spPr>
          <a:xfrm flipH="1" flipV="1">
            <a:off x="6361755" y="4896051"/>
            <a:ext cx="113865" cy="1030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Connector 1268"/>
          <p:cNvCxnSpPr/>
          <p:nvPr/>
        </p:nvCxnSpPr>
        <p:spPr>
          <a:xfrm flipH="1">
            <a:off x="6266937" y="4896051"/>
            <a:ext cx="94818" cy="1011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 flipH="1">
            <a:off x="6215163" y="4906164"/>
            <a:ext cx="51774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 flipH="1">
            <a:off x="6143223" y="4980153"/>
            <a:ext cx="71940" cy="877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Connector 1271"/>
          <p:cNvCxnSpPr/>
          <p:nvPr/>
        </p:nvCxnSpPr>
        <p:spPr>
          <a:xfrm flipH="1">
            <a:off x="6107123" y="5067897"/>
            <a:ext cx="36100" cy="867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Connector 1272"/>
          <p:cNvCxnSpPr/>
          <p:nvPr/>
        </p:nvCxnSpPr>
        <p:spPr>
          <a:xfrm>
            <a:off x="6721908" y="4163082"/>
            <a:ext cx="45454" cy="7346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 1273"/>
          <p:cNvCxnSpPr/>
          <p:nvPr/>
        </p:nvCxnSpPr>
        <p:spPr>
          <a:xfrm>
            <a:off x="6767362" y="4236550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nector 1274"/>
          <p:cNvCxnSpPr/>
          <p:nvPr/>
        </p:nvCxnSpPr>
        <p:spPr>
          <a:xfrm>
            <a:off x="6812426" y="4337328"/>
            <a:ext cx="69305" cy="730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Connector 1275"/>
          <p:cNvCxnSpPr/>
          <p:nvPr/>
        </p:nvCxnSpPr>
        <p:spPr>
          <a:xfrm>
            <a:off x="6881731" y="4410370"/>
            <a:ext cx="86501" cy="10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>
            <a:off x="6968232" y="4411380"/>
            <a:ext cx="114011" cy="103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Connector 1277"/>
          <p:cNvCxnSpPr/>
          <p:nvPr/>
        </p:nvCxnSpPr>
        <p:spPr>
          <a:xfrm flipV="1">
            <a:off x="7082243" y="4412672"/>
            <a:ext cx="96323" cy="90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Connector 1278"/>
          <p:cNvCxnSpPr/>
          <p:nvPr/>
        </p:nvCxnSpPr>
        <p:spPr>
          <a:xfrm flipV="1">
            <a:off x="7178566" y="4337097"/>
            <a:ext cx="50612" cy="75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Connector 1279"/>
          <p:cNvCxnSpPr/>
          <p:nvPr/>
        </p:nvCxnSpPr>
        <p:spPr>
          <a:xfrm flipV="1">
            <a:off x="7229178" y="4249052"/>
            <a:ext cx="79089" cy="8804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 1280"/>
          <p:cNvCxnSpPr/>
          <p:nvPr/>
        </p:nvCxnSpPr>
        <p:spPr>
          <a:xfrm flipV="1">
            <a:off x="7308267" y="4163073"/>
            <a:ext cx="28425" cy="859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 1281"/>
          <p:cNvCxnSpPr/>
          <p:nvPr/>
        </p:nvCxnSpPr>
        <p:spPr>
          <a:xfrm flipH="1" flipV="1">
            <a:off x="7299962" y="4089613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 1282"/>
          <p:cNvCxnSpPr/>
          <p:nvPr/>
        </p:nvCxnSpPr>
        <p:spPr>
          <a:xfrm flipH="1" flipV="1">
            <a:off x="7264472" y="3989504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Connector 1283"/>
          <p:cNvCxnSpPr/>
          <p:nvPr/>
        </p:nvCxnSpPr>
        <p:spPr>
          <a:xfrm flipH="1" flipV="1">
            <a:off x="7176964" y="3919726"/>
            <a:ext cx="87508" cy="697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Connector 1284"/>
          <p:cNvCxnSpPr/>
          <p:nvPr/>
        </p:nvCxnSpPr>
        <p:spPr>
          <a:xfrm flipH="1" flipV="1">
            <a:off x="7090477" y="3914850"/>
            <a:ext cx="86487" cy="48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Connector 1285"/>
          <p:cNvCxnSpPr/>
          <p:nvPr/>
        </p:nvCxnSpPr>
        <p:spPr>
          <a:xfrm flipH="1" flipV="1">
            <a:off x="6976734" y="3904494"/>
            <a:ext cx="113743" cy="1035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Connector 1286"/>
          <p:cNvCxnSpPr/>
          <p:nvPr/>
        </p:nvCxnSpPr>
        <p:spPr>
          <a:xfrm flipH="1">
            <a:off x="6883673" y="3904494"/>
            <a:ext cx="93061" cy="127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Connector 1287"/>
          <p:cNvCxnSpPr/>
          <p:nvPr/>
        </p:nvCxnSpPr>
        <p:spPr>
          <a:xfrm flipH="1">
            <a:off x="6829894" y="3917207"/>
            <a:ext cx="53779" cy="7148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 1288"/>
          <p:cNvCxnSpPr/>
          <p:nvPr/>
        </p:nvCxnSpPr>
        <p:spPr>
          <a:xfrm flipH="1">
            <a:off x="6757995" y="3988690"/>
            <a:ext cx="71899" cy="876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 flipH="1">
            <a:off x="6721908" y="4076329"/>
            <a:ext cx="36087" cy="867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 1290"/>
          <p:cNvCxnSpPr/>
          <p:nvPr/>
        </p:nvCxnSpPr>
        <p:spPr>
          <a:xfrm>
            <a:off x="6721908" y="4658868"/>
            <a:ext cx="45454" cy="734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2" name="Connector 1291"/>
          <p:cNvCxnSpPr/>
          <p:nvPr/>
        </p:nvCxnSpPr>
        <p:spPr>
          <a:xfrm>
            <a:off x="6767362" y="4732344"/>
            <a:ext cx="45064" cy="100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3" name="Connector 1292"/>
          <p:cNvCxnSpPr/>
          <p:nvPr/>
        </p:nvCxnSpPr>
        <p:spPr>
          <a:xfrm>
            <a:off x="6812426" y="4833122"/>
            <a:ext cx="69305" cy="7304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4" name="Connector 1293"/>
          <p:cNvCxnSpPr/>
          <p:nvPr/>
        </p:nvCxnSpPr>
        <p:spPr>
          <a:xfrm>
            <a:off x="6881731" y="4906164"/>
            <a:ext cx="86501" cy="101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 1294"/>
          <p:cNvCxnSpPr/>
          <p:nvPr/>
        </p:nvCxnSpPr>
        <p:spPr>
          <a:xfrm>
            <a:off x="6968232" y="4907174"/>
            <a:ext cx="114011" cy="1030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 flipV="1">
            <a:off x="7082243" y="4908466"/>
            <a:ext cx="96323" cy="901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 flipV="1">
            <a:off x="7178566" y="4832891"/>
            <a:ext cx="50612" cy="755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 1297"/>
          <p:cNvCxnSpPr/>
          <p:nvPr/>
        </p:nvCxnSpPr>
        <p:spPr>
          <a:xfrm flipV="1">
            <a:off x="7229178" y="4744846"/>
            <a:ext cx="79089" cy="8804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 1298"/>
          <p:cNvCxnSpPr/>
          <p:nvPr/>
        </p:nvCxnSpPr>
        <p:spPr>
          <a:xfrm flipV="1">
            <a:off x="7308267" y="4658868"/>
            <a:ext cx="28425" cy="859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 flipH="1" flipV="1">
            <a:off x="7299962" y="4585407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 flipH="1" flipV="1">
            <a:off x="7264472" y="4485298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Connector 1301"/>
          <p:cNvCxnSpPr/>
          <p:nvPr/>
        </p:nvCxnSpPr>
        <p:spPr>
          <a:xfrm flipH="1" flipV="1">
            <a:off x="7178566" y="4412672"/>
            <a:ext cx="85906" cy="726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Connector 1302"/>
          <p:cNvCxnSpPr/>
          <p:nvPr/>
        </p:nvCxnSpPr>
        <p:spPr>
          <a:xfrm flipH="1" flipV="1">
            <a:off x="7090624" y="4410589"/>
            <a:ext cx="87942" cy="208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Connector 1303"/>
          <p:cNvCxnSpPr/>
          <p:nvPr/>
        </p:nvCxnSpPr>
        <p:spPr>
          <a:xfrm flipH="1" flipV="1">
            <a:off x="6976580" y="4400263"/>
            <a:ext cx="114044" cy="103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5" name="Connector 1304"/>
          <p:cNvCxnSpPr/>
          <p:nvPr/>
        </p:nvCxnSpPr>
        <p:spPr>
          <a:xfrm flipH="1">
            <a:off x="6881731" y="4400263"/>
            <a:ext cx="94849" cy="101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6" name="Connector 1305"/>
          <p:cNvCxnSpPr/>
          <p:nvPr/>
        </p:nvCxnSpPr>
        <p:spPr>
          <a:xfrm flipH="1">
            <a:off x="6829948" y="4410370"/>
            <a:ext cx="51783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7" name="Connector 1306"/>
          <p:cNvCxnSpPr/>
          <p:nvPr/>
        </p:nvCxnSpPr>
        <p:spPr>
          <a:xfrm flipH="1">
            <a:off x="6758007" y="4484359"/>
            <a:ext cx="71941" cy="877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8" name="Connector 1307"/>
          <p:cNvCxnSpPr/>
          <p:nvPr/>
        </p:nvCxnSpPr>
        <p:spPr>
          <a:xfrm flipH="1">
            <a:off x="6721908" y="4572104"/>
            <a:ext cx="36099" cy="867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9" name="Connector 1308"/>
          <p:cNvCxnSpPr/>
          <p:nvPr/>
        </p:nvCxnSpPr>
        <p:spPr>
          <a:xfrm>
            <a:off x="6721908" y="5154653"/>
            <a:ext cx="45444" cy="73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0" name="Connector 1309"/>
          <p:cNvCxnSpPr/>
          <p:nvPr/>
        </p:nvCxnSpPr>
        <p:spPr>
          <a:xfrm>
            <a:off x="6767352" y="5228118"/>
            <a:ext cx="45026" cy="10071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1" name="Connector 1310"/>
          <p:cNvCxnSpPr/>
          <p:nvPr/>
        </p:nvCxnSpPr>
        <p:spPr>
          <a:xfrm>
            <a:off x="6812378" y="5328834"/>
            <a:ext cx="70744" cy="70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2" name="Connector 1311"/>
          <p:cNvCxnSpPr/>
          <p:nvPr/>
        </p:nvCxnSpPr>
        <p:spPr>
          <a:xfrm>
            <a:off x="6883122" y="5399508"/>
            <a:ext cx="85202" cy="341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3" name="Connector 1312"/>
          <p:cNvCxnSpPr/>
          <p:nvPr/>
        </p:nvCxnSpPr>
        <p:spPr>
          <a:xfrm>
            <a:off x="6968324" y="5402918"/>
            <a:ext cx="113600" cy="103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4" name="Connector 1313"/>
          <p:cNvCxnSpPr/>
          <p:nvPr/>
        </p:nvCxnSpPr>
        <p:spPr>
          <a:xfrm flipV="1">
            <a:off x="7081924" y="5400244"/>
            <a:ext cx="93181" cy="129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5" name="Connector 1314"/>
          <p:cNvCxnSpPr/>
          <p:nvPr/>
        </p:nvCxnSpPr>
        <p:spPr>
          <a:xfrm flipV="1">
            <a:off x="7175105" y="5328503"/>
            <a:ext cx="54138" cy="717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6" name="Connector 1315"/>
          <p:cNvCxnSpPr/>
          <p:nvPr/>
        </p:nvCxnSpPr>
        <p:spPr>
          <a:xfrm flipV="1">
            <a:off x="7229243" y="5240641"/>
            <a:ext cx="79024" cy="8786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7" name="Connector 1316"/>
          <p:cNvCxnSpPr/>
          <p:nvPr/>
        </p:nvCxnSpPr>
        <p:spPr>
          <a:xfrm flipV="1">
            <a:off x="7308267" y="5154662"/>
            <a:ext cx="28425" cy="8597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8" name="Connector 1317"/>
          <p:cNvCxnSpPr/>
          <p:nvPr/>
        </p:nvCxnSpPr>
        <p:spPr>
          <a:xfrm flipH="1" flipV="1">
            <a:off x="7299962" y="5081201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9" name="Connector 1318"/>
          <p:cNvCxnSpPr/>
          <p:nvPr/>
        </p:nvCxnSpPr>
        <p:spPr>
          <a:xfrm flipH="1" flipV="1">
            <a:off x="7264472" y="4981092"/>
            <a:ext cx="35490" cy="10010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0" name="Connector 1319"/>
          <p:cNvCxnSpPr/>
          <p:nvPr/>
        </p:nvCxnSpPr>
        <p:spPr>
          <a:xfrm flipH="1" flipV="1">
            <a:off x="7178566" y="4908466"/>
            <a:ext cx="85906" cy="7262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1" name="Connector 1320"/>
          <p:cNvCxnSpPr/>
          <p:nvPr/>
        </p:nvCxnSpPr>
        <p:spPr>
          <a:xfrm flipH="1" flipV="1">
            <a:off x="7090624" y="4906384"/>
            <a:ext cx="87942" cy="208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2" name="Connector 1321"/>
          <p:cNvCxnSpPr/>
          <p:nvPr/>
        </p:nvCxnSpPr>
        <p:spPr>
          <a:xfrm flipH="1" flipV="1">
            <a:off x="6976580" y="4896057"/>
            <a:ext cx="114044" cy="103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3" name="Connector 1322"/>
          <p:cNvCxnSpPr/>
          <p:nvPr/>
        </p:nvCxnSpPr>
        <p:spPr>
          <a:xfrm flipH="1">
            <a:off x="6881731" y="4896057"/>
            <a:ext cx="94849" cy="1010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4" name="Connector 1323"/>
          <p:cNvCxnSpPr/>
          <p:nvPr/>
        </p:nvCxnSpPr>
        <p:spPr>
          <a:xfrm flipH="1">
            <a:off x="6829948" y="4906164"/>
            <a:ext cx="51783" cy="739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5" name="Connector 1324"/>
          <p:cNvCxnSpPr/>
          <p:nvPr/>
        </p:nvCxnSpPr>
        <p:spPr>
          <a:xfrm flipH="1">
            <a:off x="6758008" y="4980153"/>
            <a:ext cx="71940" cy="8774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6" name="Connector 1325"/>
          <p:cNvCxnSpPr/>
          <p:nvPr/>
        </p:nvCxnSpPr>
        <p:spPr>
          <a:xfrm flipH="1">
            <a:off x="6721908" y="5067897"/>
            <a:ext cx="36100" cy="867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7" name="Connector 1326"/>
          <p:cNvCxnSpPr/>
          <p:nvPr/>
        </p:nvCxnSpPr>
        <p:spPr>
          <a:xfrm flipH="1" flipV="1">
            <a:off x="5600359" y="4337041"/>
            <a:ext cx="50104" cy="722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8" name="Connector 1327"/>
          <p:cNvCxnSpPr/>
          <p:nvPr/>
        </p:nvCxnSpPr>
        <p:spPr>
          <a:xfrm flipH="1" flipV="1">
            <a:off x="5544066" y="4237401"/>
            <a:ext cx="56293" cy="996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9" name="Connector 1328"/>
          <p:cNvCxnSpPr/>
          <p:nvPr/>
        </p:nvCxnSpPr>
        <p:spPr>
          <a:xfrm flipH="1" flipV="1">
            <a:off x="5492339" y="4163073"/>
            <a:ext cx="51727" cy="74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0" name="Connector 1329"/>
          <p:cNvCxnSpPr/>
          <p:nvPr/>
        </p:nvCxnSpPr>
        <p:spPr>
          <a:xfrm flipH="1">
            <a:off x="6061122" y="4163082"/>
            <a:ext cx="46001" cy="738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1" name="Connector 1330"/>
          <p:cNvCxnSpPr/>
          <p:nvPr/>
        </p:nvCxnSpPr>
        <p:spPr>
          <a:xfrm flipH="1">
            <a:off x="5989306" y="4236927"/>
            <a:ext cx="71816" cy="87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2" name="Connector 1331"/>
          <p:cNvCxnSpPr/>
          <p:nvPr/>
        </p:nvCxnSpPr>
        <p:spPr>
          <a:xfrm flipH="1">
            <a:off x="5947300" y="4324601"/>
            <a:ext cx="42006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3" name="Connector 1332"/>
          <p:cNvCxnSpPr/>
          <p:nvPr/>
        </p:nvCxnSpPr>
        <p:spPr>
          <a:xfrm>
            <a:off x="5945909" y="3918227"/>
            <a:ext cx="52782" cy="7022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4" name="Connector 1333"/>
          <p:cNvCxnSpPr/>
          <p:nvPr/>
        </p:nvCxnSpPr>
        <p:spPr>
          <a:xfrm>
            <a:off x="5998691" y="3988452"/>
            <a:ext cx="44919" cy="100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5" name="Connector 1334"/>
          <p:cNvCxnSpPr/>
          <p:nvPr/>
        </p:nvCxnSpPr>
        <p:spPr>
          <a:xfrm>
            <a:off x="6043610" y="4089127"/>
            <a:ext cx="63513" cy="73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6" name="Connector 1335"/>
          <p:cNvCxnSpPr/>
          <p:nvPr/>
        </p:nvCxnSpPr>
        <p:spPr>
          <a:xfrm flipV="1">
            <a:off x="5653926" y="3915635"/>
            <a:ext cx="84893" cy="18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7" name="Connector 1336"/>
          <p:cNvCxnSpPr/>
          <p:nvPr/>
        </p:nvCxnSpPr>
        <p:spPr>
          <a:xfrm>
            <a:off x="5738819" y="3915635"/>
            <a:ext cx="113538" cy="1032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8" name="Connector 1337"/>
          <p:cNvCxnSpPr/>
          <p:nvPr/>
        </p:nvCxnSpPr>
        <p:spPr>
          <a:xfrm flipV="1">
            <a:off x="5852357" y="3918227"/>
            <a:ext cx="93552" cy="77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9" name="Connector 1338"/>
          <p:cNvCxnSpPr/>
          <p:nvPr/>
        </p:nvCxnSpPr>
        <p:spPr>
          <a:xfrm flipV="1">
            <a:off x="5492339" y="4089613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0" name="Connector 1339"/>
          <p:cNvCxnSpPr/>
          <p:nvPr/>
        </p:nvCxnSpPr>
        <p:spPr>
          <a:xfrm flipV="1">
            <a:off x="5529069" y="4002341"/>
            <a:ext cx="80372" cy="872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1" name="Connector 1340"/>
          <p:cNvCxnSpPr/>
          <p:nvPr/>
        </p:nvCxnSpPr>
        <p:spPr>
          <a:xfrm flipV="1">
            <a:off x="5609441" y="3917491"/>
            <a:ext cx="44485" cy="848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2" name="Connector 1341"/>
          <p:cNvCxnSpPr/>
          <p:nvPr/>
        </p:nvCxnSpPr>
        <p:spPr>
          <a:xfrm flipH="1" flipV="1">
            <a:off x="5600359" y="4832836"/>
            <a:ext cx="50104" cy="7222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3" name="Connector 1342"/>
          <p:cNvCxnSpPr/>
          <p:nvPr/>
        </p:nvCxnSpPr>
        <p:spPr>
          <a:xfrm flipH="1" flipV="1">
            <a:off x="5544066" y="4733195"/>
            <a:ext cx="56293" cy="9964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4" name="Connector 1343"/>
          <p:cNvCxnSpPr/>
          <p:nvPr/>
        </p:nvCxnSpPr>
        <p:spPr>
          <a:xfrm flipH="1" flipV="1">
            <a:off x="5492339" y="4658868"/>
            <a:ext cx="51727" cy="74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5" name="Connector 1344"/>
          <p:cNvCxnSpPr/>
          <p:nvPr/>
        </p:nvCxnSpPr>
        <p:spPr>
          <a:xfrm flipH="1">
            <a:off x="6061122" y="4658868"/>
            <a:ext cx="46001" cy="738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6" name="Connector 1345"/>
          <p:cNvCxnSpPr/>
          <p:nvPr/>
        </p:nvCxnSpPr>
        <p:spPr>
          <a:xfrm flipH="1">
            <a:off x="5989306" y="4732720"/>
            <a:ext cx="71816" cy="87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7" name="Connector 1346"/>
          <p:cNvCxnSpPr/>
          <p:nvPr/>
        </p:nvCxnSpPr>
        <p:spPr>
          <a:xfrm flipH="1">
            <a:off x="5947300" y="4820395"/>
            <a:ext cx="42006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8" name="Connector 1347"/>
          <p:cNvCxnSpPr/>
          <p:nvPr/>
        </p:nvCxnSpPr>
        <p:spPr>
          <a:xfrm>
            <a:off x="5947300" y="4411571"/>
            <a:ext cx="51323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9" name="Connector 1348"/>
          <p:cNvCxnSpPr/>
          <p:nvPr/>
        </p:nvCxnSpPr>
        <p:spPr>
          <a:xfrm>
            <a:off x="5998623" y="4484120"/>
            <a:ext cx="44976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0" name="Connector 1349"/>
          <p:cNvCxnSpPr/>
          <p:nvPr/>
        </p:nvCxnSpPr>
        <p:spPr>
          <a:xfrm>
            <a:off x="6043599" y="4584895"/>
            <a:ext cx="63524" cy="739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1" name="Connector 1350"/>
          <p:cNvCxnSpPr/>
          <p:nvPr/>
        </p:nvCxnSpPr>
        <p:spPr>
          <a:xfrm flipV="1">
            <a:off x="5492339" y="4585407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2" name="Connector 1351"/>
          <p:cNvCxnSpPr/>
          <p:nvPr/>
        </p:nvCxnSpPr>
        <p:spPr>
          <a:xfrm flipV="1">
            <a:off x="5529069" y="4497892"/>
            <a:ext cx="80448" cy="875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Connector 1352"/>
          <p:cNvCxnSpPr/>
          <p:nvPr/>
        </p:nvCxnSpPr>
        <p:spPr>
          <a:xfrm flipV="1">
            <a:off x="5609517" y="4409268"/>
            <a:ext cx="40946" cy="8862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4" name="Connector 1353"/>
          <p:cNvCxnSpPr/>
          <p:nvPr/>
        </p:nvCxnSpPr>
        <p:spPr>
          <a:xfrm flipH="1" flipV="1">
            <a:off x="5600279" y="5328485"/>
            <a:ext cx="51787" cy="695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5" name="Connector 1354"/>
          <p:cNvCxnSpPr/>
          <p:nvPr/>
        </p:nvCxnSpPr>
        <p:spPr>
          <a:xfrm flipH="1" flipV="1">
            <a:off x="5544066" y="5228989"/>
            <a:ext cx="56213" cy="994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6" name="Connector 1355"/>
          <p:cNvCxnSpPr/>
          <p:nvPr/>
        </p:nvCxnSpPr>
        <p:spPr>
          <a:xfrm flipH="1" flipV="1">
            <a:off x="5492339" y="5154662"/>
            <a:ext cx="51727" cy="74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7" name="Connector 1356"/>
          <p:cNvCxnSpPr/>
          <p:nvPr/>
        </p:nvCxnSpPr>
        <p:spPr>
          <a:xfrm flipH="1">
            <a:off x="5860591" y="5400528"/>
            <a:ext cx="84767" cy="15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8" name="Connector 1357"/>
          <p:cNvCxnSpPr/>
          <p:nvPr/>
        </p:nvCxnSpPr>
        <p:spPr>
          <a:xfrm flipH="1" flipV="1">
            <a:off x="5746943" y="5391769"/>
            <a:ext cx="113648" cy="103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9" name="Connector 1358"/>
          <p:cNvCxnSpPr/>
          <p:nvPr/>
        </p:nvCxnSpPr>
        <p:spPr>
          <a:xfrm flipH="1">
            <a:off x="5652066" y="5391769"/>
            <a:ext cx="94877" cy="62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0" name="Connector 1359"/>
          <p:cNvCxnSpPr/>
          <p:nvPr/>
        </p:nvCxnSpPr>
        <p:spPr>
          <a:xfrm flipH="1">
            <a:off x="6061136" y="5154653"/>
            <a:ext cx="45987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1" name="Connector 1360"/>
          <p:cNvCxnSpPr/>
          <p:nvPr/>
        </p:nvCxnSpPr>
        <p:spPr>
          <a:xfrm flipH="1">
            <a:off x="5989363" y="5228492"/>
            <a:ext cx="71773" cy="8753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2" name="Connector 1361"/>
          <p:cNvCxnSpPr/>
          <p:nvPr/>
        </p:nvCxnSpPr>
        <p:spPr>
          <a:xfrm flipH="1">
            <a:off x="5945358" y="5316027"/>
            <a:ext cx="44005" cy="845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3" name="Connector 1362"/>
          <p:cNvCxnSpPr/>
          <p:nvPr/>
        </p:nvCxnSpPr>
        <p:spPr>
          <a:xfrm>
            <a:off x="5947300" y="4907365"/>
            <a:ext cx="51323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4" name="Connector 1363"/>
          <p:cNvCxnSpPr/>
          <p:nvPr/>
        </p:nvCxnSpPr>
        <p:spPr>
          <a:xfrm>
            <a:off x="5998623" y="4979914"/>
            <a:ext cx="44976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5" name="Connector 1364"/>
          <p:cNvCxnSpPr/>
          <p:nvPr/>
        </p:nvCxnSpPr>
        <p:spPr>
          <a:xfrm>
            <a:off x="6043599" y="5080689"/>
            <a:ext cx="63524" cy="739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6" name="Connector 1365"/>
          <p:cNvCxnSpPr/>
          <p:nvPr/>
        </p:nvCxnSpPr>
        <p:spPr>
          <a:xfrm flipV="1">
            <a:off x="5492339" y="5081201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7" name="Connector 1366"/>
          <p:cNvCxnSpPr/>
          <p:nvPr/>
        </p:nvCxnSpPr>
        <p:spPr>
          <a:xfrm flipV="1">
            <a:off x="5529069" y="4993686"/>
            <a:ext cx="80448" cy="875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8" name="Connector 1367"/>
          <p:cNvCxnSpPr/>
          <p:nvPr/>
        </p:nvCxnSpPr>
        <p:spPr>
          <a:xfrm flipV="1">
            <a:off x="5609517" y="4905062"/>
            <a:ext cx="40946" cy="8862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9" name="Connector 1368"/>
          <p:cNvCxnSpPr/>
          <p:nvPr/>
        </p:nvCxnSpPr>
        <p:spPr>
          <a:xfrm flipH="1" flipV="1">
            <a:off x="6215623" y="4337821"/>
            <a:ext cx="51314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0" name="Connector 1369"/>
          <p:cNvCxnSpPr/>
          <p:nvPr/>
        </p:nvCxnSpPr>
        <p:spPr>
          <a:xfrm flipH="1" flipV="1">
            <a:off x="6170648" y="4237046"/>
            <a:ext cx="44975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 flipH="1" flipV="1">
            <a:off x="6107123" y="4163082"/>
            <a:ext cx="63525" cy="739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 flipH="1">
            <a:off x="6675907" y="4163082"/>
            <a:ext cx="46001" cy="738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3" name="Connector 1372"/>
          <p:cNvCxnSpPr/>
          <p:nvPr/>
        </p:nvCxnSpPr>
        <p:spPr>
          <a:xfrm flipH="1">
            <a:off x="6604091" y="4236927"/>
            <a:ext cx="71816" cy="87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4" name="Connector 1373"/>
          <p:cNvCxnSpPr/>
          <p:nvPr/>
        </p:nvCxnSpPr>
        <p:spPr>
          <a:xfrm flipH="1">
            <a:off x="6562094" y="4324601"/>
            <a:ext cx="41997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5" name="Connector 1374"/>
          <p:cNvCxnSpPr/>
          <p:nvPr/>
        </p:nvCxnSpPr>
        <p:spPr>
          <a:xfrm>
            <a:off x="6560695" y="3918227"/>
            <a:ext cx="52781" cy="7022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6" name="Connector 1375"/>
          <p:cNvCxnSpPr/>
          <p:nvPr/>
        </p:nvCxnSpPr>
        <p:spPr>
          <a:xfrm>
            <a:off x="6613476" y="3988452"/>
            <a:ext cx="44919" cy="100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7" name="Connector 1376"/>
          <p:cNvCxnSpPr/>
          <p:nvPr/>
        </p:nvCxnSpPr>
        <p:spPr>
          <a:xfrm>
            <a:off x="6658395" y="4089127"/>
            <a:ext cx="63513" cy="73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8" name="Connector 1377"/>
          <p:cNvCxnSpPr/>
          <p:nvPr/>
        </p:nvCxnSpPr>
        <p:spPr>
          <a:xfrm flipV="1">
            <a:off x="6268880" y="3915631"/>
            <a:ext cx="84743" cy="15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9" name="Connector 1378"/>
          <p:cNvCxnSpPr/>
          <p:nvPr/>
        </p:nvCxnSpPr>
        <p:spPr>
          <a:xfrm>
            <a:off x="6353623" y="3915631"/>
            <a:ext cx="113522" cy="103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0" name="Connector 1379"/>
          <p:cNvCxnSpPr/>
          <p:nvPr/>
        </p:nvCxnSpPr>
        <p:spPr>
          <a:xfrm flipV="1">
            <a:off x="6467145" y="3918227"/>
            <a:ext cx="93550" cy="77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1" name="Connector 1380"/>
          <p:cNvCxnSpPr/>
          <p:nvPr/>
        </p:nvCxnSpPr>
        <p:spPr>
          <a:xfrm flipV="1">
            <a:off x="6107123" y="4089243"/>
            <a:ext cx="45987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2" name="Connector 1381"/>
          <p:cNvCxnSpPr/>
          <p:nvPr/>
        </p:nvCxnSpPr>
        <p:spPr>
          <a:xfrm flipV="1">
            <a:off x="6153110" y="4001708"/>
            <a:ext cx="71773" cy="8753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3" name="Connector 1382"/>
          <p:cNvCxnSpPr/>
          <p:nvPr/>
        </p:nvCxnSpPr>
        <p:spPr>
          <a:xfrm flipV="1">
            <a:off x="6224883" y="3917207"/>
            <a:ext cx="43997" cy="845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4" name="Connector 1383"/>
          <p:cNvCxnSpPr/>
          <p:nvPr/>
        </p:nvCxnSpPr>
        <p:spPr>
          <a:xfrm flipH="1" flipV="1">
            <a:off x="6215623" y="4833615"/>
            <a:ext cx="51314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5" name="Connector 1384"/>
          <p:cNvCxnSpPr/>
          <p:nvPr/>
        </p:nvCxnSpPr>
        <p:spPr>
          <a:xfrm flipH="1" flipV="1">
            <a:off x="6170648" y="4732840"/>
            <a:ext cx="44975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6" name="Connector 1385"/>
          <p:cNvCxnSpPr/>
          <p:nvPr/>
        </p:nvCxnSpPr>
        <p:spPr>
          <a:xfrm flipH="1" flipV="1">
            <a:off x="6107123" y="4658868"/>
            <a:ext cx="63525" cy="739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7" name="Connector 1386"/>
          <p:cNvCxnSpPr/>
          <p:nvPr/>
        </p:nvCxnSpPr>
        <p:spPr>
          <a:xfrm flipH="1">
            <a:off x="6675907" y="4658868"/>
            <a:ext cx="46001" cy="7385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8" name="Connector 1387"/>
          <p:cNvCxnSpPr/>
          <p:nvPr/>
        </p:nvCxnSpPr>
        <p:spPr>
          <a:xfrm flipH="1">
            <a:off x="6604091" y="4732720"/>
            <a:ext cx="71816" cy="87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9" name="Connector 1388"/>
          <p:cNvCxnSpPr/>
          <p:nvPr/>
        </p:nvCxnSpPr>
        <p:spPr>
          <a:xfrm flipH="1">
            <a:off x="6562094" y="4820395"/>
            <a:ext cx="41997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0" name="Connector 1389"/>
          <p:cNvCxnSpPr/>
          <p:nvPr/>
        </p:nvCxnSpPr>
        <p:spPr>
          <a:xfrm>
            <a:off x="6562094" y="4411571"/>
            <a:ext cx="51314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1" name="Connector 1390"/>
          <p:cNvCxnSpPr/>
          <p:nvPr/>
        </p:nvCxnSpPr>
        <p:spPr>
          <a:xfrm>
            <a:off x="6613408" y="4484120"/>
            <a:ext cx="44975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2" name="Connector 1391"/>
          <p:cNvCxnSpPr/>
          <p:nvPr/>
        </p:nvCxnSpPr>
        <p:spPr>
          <a:xfrm>
            <a:off x="6658383" y="4584895"/>
            <a:ext cx="63525" cy="7397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3" name="Connector 1392"/>
          <p:cNvCxnSpPr/>
          <p:nvPr/>
        </p:nvCxnSpPr>
        <p:spPr>
          <a:xfrm flipV="1">
            <a:off x="6107123" y="4585015"/>
            <a:ext cx="46001" cy="738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4" name="Connector 1393"/>
          <p:cNvCxnSpPr/>
          <p:nvPr/>
        </p:nvCxnSpPr>
        <p:spPr>
          <a:xfrm flipV="1">
            <a:off x="6153124" y="4497340"/>
            <a:ext cx="71816" cy="87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5" name="Connector 1394"/>
          <p:cNvCxnSpPr/>
          <p:nvPr/>
        </p:nvCxnSpPr>
        <p:spPr>
          <a:xfrm flipV="1">
            <a:off x="6224940" y="4410370"/>
            <a:ext cx="41997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Connector 1395"/>
          <p:cNvCxnSpPr/>
          <p:nvPr/>
        </p:nvCxnSpPr>
        <p:spPr>
          <a:xfrm flipH="1" flipV="1">
            <a:off x="6215555" y="5329283"/>
            <a:ext cx="52781" cy="7022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Connector 1396"/>
          <p:cNvCxnSpPr/>
          <p:nvPr/>
        </p:nvCxnSpPr>
        <p:spPr>
          <a:xfrm flipH="1" flipV="1">
            <a:off x="6170636" y="5228608"/>
            <a:ext cx="44919" cy="100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8" name="Connector 1397"/>
          <p:cNvCxnSpPr/>
          <p:nvPr/>
        </p:nvCxnSpPr>
        <p:spPr>
          <a:xfrm flipH="1" flipV="1">
            <a:off x="6107123" y="5154653"/>
            <a:ext cx="63513" cy="73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9" name="Connector 1398"/>
          <p:cNvCxnSpPr/>
          <p:nvPr/>
        </p:nvCxnSpPr>
        <p:spPr>
          <a:xfrm flipH="1">
            <a:off x="6475408" y="5400528"/>
            <a:ext cx="84743" cy="15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0" name="Connector 1399"/>
          <p:cNvCxnSpPr/>
          <p:nvPr/>
        </p:nvCxnSpPr>
        <p:spPr>
          <a:xfrm flipH="1" flipV="1">
            <a:off x="6361886" y="5391781"/>
            <a:ext cx="113522" cy="103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1" name="Connector 1400"/>
          <p:cNvCxnSpPr/>
          <p:nvPr/>
        </p:nvCxnSpPr>
        <p:spPr>
          <a:xfrm flipH="1">
            <a:off x="6268336" y="5391781"/>
            <a:ext cx="93550" cy="77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2" name="Connector 1401"/>
          <p:cNvCxnSpPr/>
          <p:nvPr/>
        </p:nvCxnSpPr>
        <p:spPr>
          <a:xfrm flipH="1">
            <a:off x="6675921" y="5154653"/>
            <a:ext cx="45987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nector 1402"/>
          <p:cNvCxnSpPr/>
          <p:nvPr/>
        </p:nvCxnSpPr>
        <p:spPr>
          <a:xfrm flipH="1">
            <a:off x="6604148" y="5228492"/>
            <a:ext cx="71773" cy="8753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4" name="Connector 1403"/>
          <p:cNvCxnSpPr/>
          <p:nvPr/>
        </p:nvCxnSpPr>
        <p:spPr>
          <a:xfrm flipH="1">
            <a:off x="6560151" y="5316027"/>
            <a:ext cx="43997" cy="845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5" name="Connector 1404"/>
          <p:cNvCxnSpPr/>
          <p:nvPr/>
        </p:nvCxnSpPr>
        <p:spPr>
          <a:xfrm>
            <a:off x="6562094" y="4907365"/>
            <a:ext cx="51314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6" name="Connector 1405"/>
          <p:cNvCxnSpPr/>
          <p:nvPr/>
        </p:nvCxnSpPr>
        <p:spPr>
          <a:xfrm>
            <a:off x="6613408" y="4979914"/>
            <a:ext cx="44975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7" name="Connector 1406"/>
          <p:cNvCxnSpPr/>
          <p:nvPr/>
        </p:nvCxnSpPr>
        <p:spPr>
          <a:xfrm>
            <a:off x="6658383" y="5080689"/>
            <a:ext cx="63525" cy="739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8" name="Connector 1407"/>
          <p:cNvCxnSpPr/>
          <p:nvPr/>
        </p:nvCxnSpPr>
        <p:spPr>
          <a:xfrm flipV="1">
            <a:off x="6107123" y="5080808"/>
            <a:ext cx="46001" cy="738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9" name="Connector 1408"/>
          <p:cNvCxnSpPr/>
          <p:nvPr/>
        </p:nvCxnSpPr>
        <p:spPr>
          <a:xfrm flipV="1">
            <a:off x="6153124" y="4993134"/>
            <a:ext cx="71816" cy="87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0" name="Connector 1409"/>
          <p:cNvCxnSpPr/>
          <p:nvPr/>
        </p:nvCxnSpPr>
        <p:spPr>
          <a:xfrm flipV="1">
            <a:off x="6224940" y="4906164"/>
            <a:ext cx="41997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1" name="Connector 1410"/>
          <p:cNvCxnSpPr/>
          <p:nvPr/>
        </p:nvCxnSpPr>
        <p:spPr>
          <a:xfrm flipH="1" flipV="1">
            <a:off x="6830408" y="4337821"/>
            <a:ext cx="51323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2" name="Connector 1411"/>
          <p:cNvCxnSpPr/>
          <p:nvPr/>
        </p:nvCxnSpPr>
        <p:spPr>
          <a:xfrm flipH="1" flipV="1">
            <a:off x="6785432" y="4237046"/>
            <a:ext cx="44976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3" name="Connector 1412"/>
          <p:cNvCxnSpPr/>
          <p:nvPr/>
        </p:nvCxnSpPr>
        <p:spPr>
          <a:xfrm flipH="1" flipV="1">
            <a:off x="6721908" y="4163082"/>
            <a:ext cx="63524" cy="739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4" name="Connector 1413"/>
          <p:cNvCxnSpPr/>
          <p:nvPr/>
        </p:nvCxnSpPr>
        <p:spPr>
          <a:xfrm flipH="1">
            <a:off x="7299962" y="4163073"/>
            <a:ext cx="36730" cy="7346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nector 1414"/>
          <p:cNvCxnSpPr/>
          <p:nvPr/>
        </p:nvCxnSpPr>
        <p:spPr>
          <a:xfrm flipH="1">
            <a:off x="7219513" y="4236534"/>
            <a:ext cx="80449" cy="875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6" name="Connector 1415"/>
          <p:cNvCxnSpPr/>
          <p:nvPr/>
        </p:nvCxnSpPr>
        <p:spPr>
          <a:xfrm flipH="1">
            <a:off x="7178566" y="4324050"/>
            <a:ext cx="40947" cy="886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7" name="Connector 1416"/>
          <p:cNvCxnSpPr/>
          <p:nvPr/>
        </p:nvCxnSpPr>
        <p:spPr>
          <a:xfrm>
            <a:off x="7176964" y="3919726"/>
            <a:ext cx="51787" cy="6952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8" name="Connector 1417"/>
          <p:cNvCxnSpPr/>
          <p:nvPr/>
        </p:nvCxnSpPr>
        <p:spPr>
          <a:xfrm>
            <a:off x="7228751" y="3989249"/>
            <a:ext cx="56214" cy="9949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9" name="Connector 1418"/>
          <p:cNvCxnSpPr/>
          <p:nvPr/>
        </p:nvCxnSpPr>
        <p:spPr>
          <a:xfrm>
            <a:off x="7284965" y="4088746"/>
            <a:ext cx="51727" cy="7432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0" name="Connector 1419"/>
          <p:cNvCxnSpPr/>
          <p:nvPr/>
        </p:nvCxnSpPr>
        <p:spPr>
          <a:xfrm flipV="1">
            <a:off x="6883673" y="3915635"/>
            <a:ext cx="84767" cy="15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1" name="Connector 1420"/>
          <p:cNvCxnSpPr/>
          <p:nvPr/>
        </p:nvCxnSpPr>
        <p:spPr>
          <a:xfrm>
            <a:off x="6968440" y="3915635"/>
            <a:ext cx="113648" cy="1033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2" name="Connector 1421"/>
          <p:cNvCxnSpPr/>
          <p:nvPr/>
        </p:nvCxnSpPr>
        <p:spPr>
          <a:xfrm flipV="1">
            <a:off x="7082088" y="3919726"/>
            <a:ext cx="94876" cy="624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3" name="Connector 1422"/>
          <p:cNvCxnSpPr/>
          <p:nvPr/>
        </p:nvCxnSpPr>
        <p:spPr>
          <a:xfrm flipV="1">
            <a:off x="6721908" y="4089243"/>
            <a:ext cx="45987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4" name="Connector 1423"/>
          <p:cNvCxnSpPr/>
          <p:nvPr/>
        </p:nvCxnSpPr>
        <p:spPr>
          <a:xfrm flipV="1">
            <a:off x="6767895" y="4001708"/>
            <a:ext cx="71773" cy="8753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5" name="Connector 1424"/>
          <p:cNvCxnSpPr/>
          <p:nvPr/>
        </p:nvCxnSpPr>
        <p:spPr>
          <a:xfrm flipV="1">
            <a:off x="6839668" y="3917207"/>
            <a:ext cx="44005" cy="8450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6" name="Connector 1425"/>
          <p:cNvCxnSpPr/>
          <p:nvPr/>
        </p:nvCxnSpPr>
        <p:spPr>
          <a:xfrm flipH="1" flipV="1">
            <a:off x="6830408" y="4833615"/>
            <a:ext cx="51323" cy="7254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7" name="Connector 1426"/>
          <p:cNvCxnSpPr/>
          <p:nvPr/>
        </p:nvCxnSpPr>
        <p:spPr>
          <a:xfrm flipH="1" flipV="1">
            <a:off x="6785432" y="4732840"/>
            <a:ext cx="44976" cy="1007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8" name="Connector 1427"/>
          <p:cNvCxnSpPr/>
          <p:nvPr/>
        </p:nvCxnSpPr>
        <p:spPr>
          <a:xfrm flipH="1" flipV="1">
            <a:off x="6721908" y="4658868"/>
            <a:ext cx="63524" cy="7397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9" name="Connector 1428"/>
          <p:cNvCxnSpPr/>
          <p:nvPr/>
        </p:nvCxnSpPr>
        <p:spPr>
          <a:xfrm flipH="1">
            <a:off x="7299962" y="4658868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0" name="Connector 1429"/>
          <p:cNvCxnSpPr/>
          <p:nvPr/>
        </p:nvCxnSpPr>
        <p:spPr>
          <a:xfrm flipH="1">
            <a:off x="7219513" y="4732328"/>
            <a:ext cx="80449" cy="875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1" name="Connector 1430"/>
          <p:cNvCxnSpPr/>
          <p:nvPr/>
        </p:nvCxnSpPr>
        <p:spPr>
          <a:xfrm flipH="1">
            <a:off x="7178566" y="4819844"/>
            <a:ext cx="40947" cy="8862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2" name="Connector 1431"/>
          <p:cNvCxnSpPr/>
          <p:nvPr/>
        </p:nvCxnSpPr>
        <p:spPr>
          <a:xfrm>
            <a:off x="7178566" y="4412672"/>
            <a:ext cx="50106" cy="7222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3" name="Connector 1432"/>
          <p:cNvCxnSpPr/>
          <p:nvPr/>
        </p:nvCxnSpPr>
        <p:spPr>
          <a:xfrm>
            <a:off x="7228672" y="4484898"/>
            <a:ext cx="56293" cy="996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" name="Connector 1433"/>
          <p:cNvCxnSpPr/>
          <p:nvPr/>
        </p:nvCxnSpPr>
        <p:spPr>
          <a:xfrm>
            <a:off x="7284965" y="4584540"/>
            <a:ext cx="51727" cy="74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" name="Connector 1434"/>
          <p:cNvCxnSpPr/>
          <p:nvPr/>
        </p:nvCxnSpPr>
        <p:spPr>
          <a:xfrm flipV="1">
            <a:off x="6721908" y="4585015"/>
            <a:ext cx="46001" cy="7385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6" name="Connector 1435"/>
          <p:cNvCxnSpPr/>
          <p:nvPr/>
        </p:nvCxnSpPr>
        <p:spPr>
          <a:xfrm flipV="1">
            <a:off x="6767909" y="4497340"/>
            <a:ext cx="71816" cy="87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nector 1436"/>
          <p:cNvCxnSpPr/>
          <p:nvPr/>
        </p:nvCxnSpPr>
        <p:spPr>
          <a:xfrm flipV="1">
            <a:off x="6839725" y="4410370"/>
            <a:ext cx="42006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8" name="Connector 1437"/>
          <p:cNvCxnSpPr/>
          <p:nvPr/>
        </p:nvCxnSpPr>
        <p:spPr>
          <a:xfrm flipH="1" flipV="1">
            <a:off x="6830340" y="5329283"/>
            <a:ext cx="52782" cy="7022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9" name="Connector 1438"/>
          <p:cNvCxnSpPr/>
          <p:nvPr/>
        </p:nvCxnSpPr>
        <p:spPr>
          <a:xfrm flipH="1" flipV="1">
            <a:off x="6785421" y="5228608"/>
            <a:ext cx="44919" cy="10067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0" name="Connector 1439"/>
          <p:cNvCxnSpPr/>
          <p:nvPr/>
        </p:nvCxnSpPr>
        <p:spPr>
          <a:xfrm flipH="1" flipV="1">
            <a:off x="6721908" y="5154653"/>
            <a:ext cx="63513" cy="73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1" name="Connector 1440"/>
          <p:cNvCxnSpPr/>
          <p:nvPr/>
        </p:nvCxnSpPr>
        <p:spPr>
          <a:xfrm flipH="1">
            <a:off x="7090212" y="5400244"/>
            <a:ext cx="84893" cy="18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nector 1441"/>
          <p:cNvCxnSpPr/>
          <p:nvPr/>
        </p:nvCxnSpPr>
        <p:spPr>
          <a:xfrm flipH="1" flipV="1">
            <a:off x="6976674" y="5391780"/>
            <a:ext cx="113538" cy="1032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3" name="Connector 1442"/>
          <p:cNvCxnSpPr/>
          <p:nvPr/>
        </p:nvCxnSpPr>
        <p:spPr>
          <a:xfrm flipH="1">
            <a:off x="6883122" y="5391780"/>
            <a:ext cx="93552" cy="77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 flipH="1">
            <a:off x="7299962" y="5154662"/>
            <a:ext cx="36730" cy="7346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 flipH="1">
            <a:off x="7219590" y="5228122"/>
            <a:ext cx="80372" cy="8727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nector 1445"/>
          <p:cNvCxnSpPr/>
          <p:nvPr/>
        </p:nvCxnSpPr>
        <p:spPr>
          <a:xfrm flipH="1">
            <a:off x="7175105" y="5315394"/>
            <a:ext cx="44485" cy="8485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7" name="Connector 1446"/>
          <p:cNvCxnSpPr/>
          <p:nvPr/>
        </p:nvCxnSpPr>
        <p:spPr>
          <a:xfrm>
            <a:off x="7178566" y="4908466"/>
            <a:ext cx="50106" cy="7222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8" name="Connector 1447"/>
          <p:cNvCxnSpPr/>
          <p:nvPr/>
        </p:nvCxnSpPr>
        <p:spPr>
          <a:xfrm>
            <a:off x="7228672" y="4980692"/>
            <a:ext cx="56293" cy="99642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9" name="Connector 1448"/>
          <p:cNvCxnSpPr/>
          <p:nvPr/>
        </p:nvCxnSpPr>
        <p:spPr>
          <a:xfrm>
            <a:off x="7284965" y="5080334"/>
            <a:ext cx="51727" cy="7432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0" name="Connector 1449"/>
          <p:cNvCxnSpPr/>
          <p:nvPr/>
        </p:nvCxnSpPr>
        <p:spPr>
          <a:xfrm flipV="1">
            <a:off x="6721908" y="5080808"/>
            <a:ext cx="46001" cy="7384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1" name="Connector 1450"/>
          <p:cNvCxnSpPr/>
          <p:nvPr/>
        </p:nvCxnSpPr>
        <p:spPr>
          <a:xfrm flipV="1">
            <a:off x="6767909" y="4993134"/>
            <a:ext cx="71816" cy="876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2" name="Connector 1451"/>
          <p:cNvCxnSpPr/>
          <p:nvPr/>
        </p:nvCxnSpPr>
        <p:spPr>
          <a:xfrm flipV="1">
            <a:off x="6839725" y="4906164"/>
            <a:ext cx="42006" cy="86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3" name="TextBox 1452"/>
          <p:cNvSpPr txBox="1"/>
          <p:nvPr/>
        </p:nvSpPr>
        <p:spPr>
          <a:xfrm>
            <a:off x="8193024" y="3483864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6A7A8A"/>
                </a:solidFill>
                <a:latin typeface="Microsoft YaHei"/>
              </a:rPr>
              <a:t>伸长比 1.40</a:t>
            </a:r>
          </a:p>
        </p:txBody>
      </p:sp>
      <p:cxnSp>
        <p:nvCxnSpPr>
          <p:cNvPr id="1454" name="Connector 1453"/>
          <p:cNvCxnSpPr/>
          <p:nvPr/>
        </p:nvCxnSpPr>
        <p:spPr>
          <a:xfrm>
            <a:off x="8507820" y="4162159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5" name="Connector 1454"/>
          <p:cNvCxnSpPr/>
          <p:nvPr/>
        </p:nvCxnSpPr>
        <p:spPr>
          <a:xfrm>
            <a:off x="8544618" y="4235755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6" name="Connector 1455"/>
          <p:cNvCxnSpPr/>
          <p:nvPr/>
        </p:nvCxnSpPr>
        <p:spPr>
          <a:xfrm>
            <a:off x="8580174" y="4336049"/>
            <a:ext cx="109500" cy="71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7" name="Connector 1456"/>
          <p:cNvCxnSpPr/>
          <p:nvPr/>
        </p:nvCxnSpPr>
        <p:spPr>
          <a:xfrm>
            <a:off x="8689674" y="4407351"/>
            <a:ext cx="98159" cy="387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8" name="Connector 1457"/>
          <p:cNvCxnSpPr/>
          <p:nvPr/>
        </p:nvCxnSpPr>
        <p:spPr>
          <a:xfrm>
            <a:off x="8787833" y="4411230"/>
            <a:ext cx="124673" cy="87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9" name="Connector 1458"/>
          <p:cNvCxnSpPr/>
          <p:nvPr/>
        </p:nvCxnSpPr>
        <p:spPr>
          <a:xfrm flipV="1">
            <a:off x="8912506" y="4411463"/>
            <a:ext cx="103987" cy="8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0" name="Connector 1459"/>
          <p:cNvCxnSpPr/>
          <p:nvPr/>
        </p:nvCxnSpPr>
        <p:spPr>
          <a:xfrm flipV="1">
            <a:off x="9016493" y="4337666"/>
            <a:ext cx="64077" cy="737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1" name="Connector 1460"/>
          <p:cNvCxnSpPr/>
          <p:nvPr/>
        </p:nvCxnSpPr>
        <p:spPr>
          <a:xfrm flipV="1">
            <a:off x="9080570" y="4250169"/>
            <a:ext cx="80266" cy="874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2" name="Connector 1461"/>
          <p:cNvCxnSpPr/>
          <p:nvPr/>
        </p:nvCxnSpPr>
        <p:spPr>
          <a:xfrm flipV="1">
            <a:off x="9160836" y="4162213"/>
            <a:ext cx="42376" cy="879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3" name="Connector 1462"/>
          <p:cNvCxnSpPr/>
          <p:nvPr/>
        </p:nvCxnSpPr>
        <p:spPr>
          <a:xfrm flipH="1" flipV="1">
            <a:off x="9151869" y="4088370"/>
            <a:ext cx="51343" cy="738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4" name="Connector 1463"/>
          <p:cNvCxnSpPr/>
          <p:nvPr/>
        </p:nvCxnSpPr>
        <p:spPr>
          <a:xfrm flipH="1" flipV="1">
            <a:off x="9098732" y="3986832"/>
            <a:ext cx="53137" cy="1015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5" name="Connector 1464"/>
          <p:cNvCxnSpPr/>
          <p:nvPr/>
        </p:nvCxnSpPr>
        <p:spPr>
          <a:xfrm flipH="1" flipV="1">
            <a:off x="9012082" y="3921956"/>
            <a:ext cx="86650" cy="648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6" name="Connector 1465"/>
          <p:cNvCxnSpPr/>
          <p:nvPr/>
        </p:nvCxnSpPr>
        <p:spPr>
          <a:xfrm flipH="1" flipV="1">
            <a:off x="8921548" y="3913283"/>
            <a:ext cx="90534" cy="8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nector 1466"/>
          <p:cNvCxnSpPr/>
          <p:nvPr/>
        </p:nvCxnSpPr>
        <p:spPr>
          <a:xfrm flipH="1" flipV="1">
            <a:off x="8798919" y="3904536"/>
            <a:ext cx="122629" cy="87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8" name="Connector 1467"/>
          <p:cNvCxnSpPr/>
          <p:nvPr/>
        </p:nvCxnSpPr>
        <p:spPr>
          <a:xfrm flipH="1">
            <a:off x="8699659" y="3904536"/>
            <a:ext cx="99260" cy="1653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9" name="Connector 1468"/>
          <p:cNvCxnSpPr/>
          <p:nvPr/>
        </p:nvCxnSpPr>
        <p:spPr>
          <a:xfrm flipH="1">
            <a:off x="8628670" y="3921075"/>
            <a:ext cx="70989" cy="67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nector 1469"/>
          <p:cNvCxnSpPr/>
          <p:nvPr/>
        </p:nvCxnSpPr>
        <p:spPr>
          <a:xfrm flipH="1">
            <a:off x="8536298" y="3988536"/>
            <a:ext cx="92372" cy="874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1" name="Connector 1470"/>
          <p:cNvCxnSpPr/>
          <p:nvPr/>
        </p:nvCxnSpPr>
        <p:spPr>
          <a:xfrm flipH="1">
            <a:off x="8507820" y="4076022"/>
            <a:ext cx="28478" cy="861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nector 1471"/>
          <p:cNvCxnSpPr/>
          <p:nvPr/>
        </p:nvCxnSpPr>
        <p:spPr>
          <a:xfrm>
            <a:off x="8507820" y="4658868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3" name="Connector 1472"/>
          <p:cNvCxnSpPr/>
          <p:nvPr/>
        </p:nvCxnSpPr>
        <p:spPr>
          <a:xfrm>
            <a:off x="8544618" y="4732463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4" name="Connector 1473"/>
          <p:cNvCxnSpPr/>
          <p:nvPr/>
        </p:nvCxnSpPr>
        <p:spPr>
          <a:xfrm>
            <a:off x="8580174" y="4832757"/>
            <a:ext cx="109500" cy="713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Connector 1474"/>
          <p:cNvCxnSpPr/>
          <p:nvPr/>
        </p:nvCxnSpPr>
        <p:spPr>
          <a:xfrm>
            <a:off x="8689674" y="4904059"/>
            <a:ext cx="98159" cy="387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6" name="Connector 1475"/>
          <p:cNvCxnSpPr/>
          <p:nvPr/>
        </p:nvCxnSpPr>
        <p:spPr>
          <a:xfrm>
            <a:off x="8787833" y="4907938"/>
            <a:ext cx="124673" cy="87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7" name="Connector 1476"/>
          <p:cNvCxnSpPr/>
          <p:nvPr/>
        </p:nvCxnSpPr>
        <p:spPr>
          <a:xfrm flipV="1">
            <a:off x="8912506" y="4908171"/>
            <a:ext cx="103987" cy="85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8" name="Connector 1477"/>
          <p:cNvCxnSpPr/>
          <p:nvPr/>
        </p:nvCxnSpPr>
        <p:spPr>
          <a:xfrm flipV="1">
            <a:off x="9016493" y="4834374"/>
            <a:ext cx="64077" cy="737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9" name="Connector 1478"/>
          <p:cNvCxnSpPr/>
          <p:nvPr/>
        </p:nvCxnSpPr>
        <p:spPr>
          <a:xfrm flipV="1">
            <a:off x="9080570" y="4746872"/>
            <a:ext cx="80268" cy="875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0" name="Connector 1479"/>
          <p:cNvCxnSpPr/>
          <p:nvPr/>
        </p:nvCxnSpPr>
        <p:spPr>
          <a:xfrm flipV="1">
            <a:off x="9160838" y="4658868"/>
            <a:ext cx="42373" cy="8800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1" name="Connector 1480"/>
          <p:cNvCxnSpPr/>
          <p:nvPr/>
        </p:nvCxnSpPr>
        <p:spPr>
          <a:xfrm flipH="1" flipV="1">
            <a:off x="9151821" y="4584979"/>
            <a:ext cx="51390" cy="7388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2" name="Connector 1481"/>
          <p:cNvCxnSpPr/>
          <p:nvPr/>
        </p:nvCxnSpPr>
        <p:spPr>
          <a:xfrm flipH="1" flipV="1">
            <a:off x="9098650" y="4483199"/>
            <a:ext cx="53171" cy="1017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3" name="Connector 1482"/>
          <p:cNvCxnSpPr/>
          <p:nvPr/>
        </p:nvCxnSpPr>
        <p:spPr>
          <a:xfrm flipH="1" flipV="1">
            <a:off x="9016493" y="4411463"/>
            <a:ext cx="82157" cy="71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4" name="Connector 1483"/>
          <p:cNvCxnSpPr/>
          <p:nvPr/>
        </p:nvCxnSpPr>
        <p:spPr>
          <a:xfrm flipH="1" flipV="1">
            <a:off x="8921957" y="4409636"/>
            <a:ext cx="94536" cy="18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5" name="Connector 1484"/>
          <p:cNvCxnSpPr/>
          <p:nvPr/>
        </p:nvCxnSpPr>
        <p:spPr>
          <a:xfrm flipH="1" flipV="1">
            <a:off x="8797387" y="4400931"/>
            <a:ext cx="124570" cy="87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6" name="Connector 1485"/>
          <p:cNvCxnSpPr/>
          <p:nvPr/>
        </p:nvCxnSpPr>
        <p:spPr>
          <a:xfrm flipH="1">
            <a:off x="8689674" y="4400931"/>
            <a:ext cx="107713" cy="642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nector 1486"/>
          <p:cNvCxnSpPr/>
          <p:nvPr/>
        </p:nvCxnSpPr>
        <p:spPr>
          <a:xfrm flipH="1">
            <a:off x="8628609" y="4407351"/>
            <a:ext cx="61065" cy="7730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8" name="Connector 1487"/>
          <p:cNvCxnSpPr/>
          <p:nvPr/>
        </p:nvCxnSpPr>
        <p:spPr>
          <a:xfrm flipH="1">
            <a:off x="8536298" y="4484655"/>
            <a:ext cx="92311" cy="880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9" name="Connector 1488"/>
          <p:cNvCxnSpPr/>
          <p:nvPr/>
        </p:nvCxnSpPr>
        <p:spPr>
          <a:xfrm flipH="1">
            <a:off x="8507820" y="4572730"/>
            <a:ext cx="28478" cy="861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0" name="Connector 1489"/>
          <p:cNvCxnSpPr/>
          <p:nvPr/>
        </p:nvCxnSpPr>
        <p:spPr>
          <a:xfrm>
            <a:off x="8507820" y="5155576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1" name="Connector 1490"/>
          <p:cNvCxnSpPr/>
          <p:nvPr/>
        </p:nvCxnSpPr>
        <p:spPr>
          <a:xfrm>
            <a:off x="8544618" y="5229171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2" name="Connector 1491"/>
          <p:cNvCxnSpPr/>
          <p:nvPr/>
        </p:nvCxnSpPr>
        <p:spPr>
          <a:xfrm>
            <a:off x="8580174" y="5329465"/>
            <a:ext cx="114445" cy="6305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3" name="Connector 1492"/>
          <p:cNvCxnSpPr/>
          <p:nvPr/>
        </p:nvCxnSpPr>
        <p:spPr>
          <a:xfrm>
            <a:off x="8694619" y="5392520"/>
            <a:ext cx="93899" cy="1172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4" name="Connector 1493"/>
          <p:cNvCxnSpPr/>
          <p:nvPr/>
        </p:nvCxnSpPr>
        <p:spPr>
          <a:xfrm>
            <a:off x="8788518" y="5404244"/>
            <a:ext cx="123243" cy="89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5" name="Connector 1494"/>
          <p:cNvCxnSpPr/>
          <p:nvPr/>
        </p:nvCxnSpPr>
        <p:spPr>
          <a:xfrm flipV="1">
            <a:off x="8911761" y="5397567"/>
            <a:ext cx="98897" cy="156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6" name="Connector 1495"/>
          <p:cNvCxnSpPr/>
          <p:nvPr/>
        </p:nvCxnSpPr>
        <p:spPr>
          <a:xfrm flipV="1">
            <a:off x="9010658" y="5330630"/>
            <a:ext cx="69970" cy="6693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7" name="Connector 1496"/>
          <p:cNvCxnSpPr/>
          <p:nvPr/>
        </p:nvCxnSpPr>
        <p:spPr>
          <a:xfrm flipV="1">
            <a:off x="9080628" y="5243492"/>
            <a:ext cx="80258" cy="871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8" name="Connector 1497"/>
          <p:cNvCxnSpPr/>
          <p:nvPr/>
        </p:nvCxnSpPr>
        <p:spPr>
          <a:xfrm flipV="1">
            <a:off x="9160886" y="5155522"/>
            <a:ext cx="42325" cy="87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9" name="Connector 1498"/>
          <p:cNvCxnSpPr/>
          <p:nvPr/>
        </p:nvCxnSpPr>
        <p:spPr>
          <a:xfrm flipH="1" flipV="1">
            <a:off x="9151818" y="5081682"/>
            <a:ext cx="51393" cy="738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0" name="Connector 1499"/>
          <p:cNvCxnSpPr/>
          <p:nvPr/>
        </p:nvCxnSpPr>
        <p:spPr>
          <a:xfrm flipH="1" flipV="1">
            <a:off x="9098649" y="4979906"/>
            <a:ext cx="53169" cy="1017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nector 1500"/>
          <p:cNvCxnSpPr/>
          <p:nvPr/>
        </p:nvCxnSpPr>
        <p:spPr>
          <a:xfrm flipH="1" flipV="1">
            <a:off x="9016493" y="4908171"/>
            <a:ext cx="82156" cy="7173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2" name="Connector 1501"/>
          <p:cNvCxnSpPr/>
          <p:nvPr/>
        </p:nvCxnSpPr>
        <p:spPr>
          <a:xfrm flipH="1" flipV="1">
            <a:off x="8921957" y="4906344"/>
            <a:ext cx="94536" cy="18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3" name="Connector 1502"/>
          <p:cNvCxnSpPr/>
          <p:nvPr/>
        </p:nvCxnSpPr>
        <p:spPr>
          <a:xfrm flipH="1" flipV="1">
            <a:off x="8797387" y="4897639"/>
            <a:ext cx="124570" cy="87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4" name="Connector 1503"/>
          <p:cNvCxnSpPr/>
          <p:nvPr/>
        </p:nvCxnSpPr>
        <p:spPr>
          <a:xfrm flipH="1">
            <a:off x="8689674" y="4897639"/>
            <a:ext cx="107713" cy="642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5" name="Connector 1504"/>
          <p:cNvCxnSpPr/>
          <p:nvPr/>
        </p:nvCxnSpPr>
        <p:spPr>
          <a:xfrm flipH="1">
            <a:off x="8628609" y="4904059"/>
            <a:ext cx="61065" cy="7730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6" name="Connector 1505"/>
          <p:cNvCxnSpPr/>
          <p:nvPr/>
        </p:nvCxnSpPr>
        <p:spPr>
          <a:xfrm flipH="1">
            <a:off x="8536298" y="4981363"/>
            <a:ext cx="92311" cy="8807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7" name="Connector 1506"/>
          <p:cNvCxnSpPr/>
          <p:nvPr/>
        </p:nvCxnSpPr>
        <p:spPr>
          <a:xfrm flipH="1">
            <a:off x="8507820" y="5069438"/>
            <a:ext cx="28478" cy="861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8" name="Connector 1507"/>
          <p:cNvCxnSpPr/>
          <p:nvPr/>
        </p:nvCxnSpPr>
        <p:spPr>
          <a:xfrm>
            <a:off x="9203212" y="4162213"/>
            <a:ext cx="51393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9" name="Connector 1508"/>
          <p:cNvCxnSpPr/>
          <p:nvPr/>
        </p:nvCxnSpPr>
        <p:spPr>
          <a:xfrm>
            <a:off x="9254605" y="4236052"/>
            <a:ext cx="53164" cy="10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0" name="Connector 1509"/>
          <p:cNvCxnSpPr/>
          <p:nvPr/>
        </p:nvCxnSpPr>
        <p:spPr>
          <a:xfrm>
            <a:off x="9307769" y="4337826"/>
            <a:ext cx="82083" cy="7173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1" name="Connector 1510"/>
          <p:cNvCxnSpPr/>
          <p:nvPr/>
        </p:nvCxnSpPr>
        <p:spPr>
          <a:xfrm>
            <a:off x="9389852" y="4409563"/>
            <a:ext cx="94393" cy="1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2" name="Connector 1511"/>
          <p:cNvCxnSpPr/>
          <p:nvPr/>
        </p:nvCxnSpPr>
        <p:spPr>
          <a:xfrm>
            <a:off x="9484245" y="4411370"/>
            <a:ext cx="123902" cy="86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3" name="Connector 1512"/>
          <p:cNvCxnSpPr/>
          <p:nvPr/>
        </p:nvCxnSpPr>
        <p:spPr>
          <a:xfrm flipV="1">
            <a:off x="9608147" y="4411464"/>
            <a:ext cx="103816" cy="8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 flipV="1">
            <a:off x="9711963" y="4337663"/>
            <a:ext cx="64003" cy="738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 flipV="1">
            <a:off x="9775966" y="4250168"/>
            <a:ext cx="80262" cy="8749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nector 1515"/>
          <p:cNvCxnSpPr/>
          <p:nvPr/>
        </p:nvCxnSpPr>
        <p:spPr>
          <a:xfrm flipV="1">
            <a:off x="9856228" y="4162213"/>
            <a:ext cx="42376" cy="87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7" name="Connector 1516"/>
          <p:cNvCxnSpPr/>
          <p:nvPr/>
        </p:nvCxnSpPr>
        <p:spPr>
          <a:xfrm flipH="1" flipV="1">
            <a:off x="9847260" y="4088370"/>
            <a:ext cx="51344" cy="738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8" name="Connector 1517"/>
          <p:cNvCxnSpPr/>
          <p:nvPr/>
        </p:nvCxnSpPr>
        <p:spPr>
          <a:xfrm flipH="1" flipV="1">
            <a:off x="9794124" y="3986833"/>
            <a:ext cx="53136" cy="1015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9" name="Connector 1518"/>
          <p:cNvCxnSpPr/>
          <p:nvPr/>
        </p:nvCxnSpPr>
        <p:spPr>
          <a:xfrm flipH="1" flipV="1">
            <a:off x="9707482" y="3921955"/>
            <a:ext cx="86642" cy="648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0" name="Connector 1519"/>
          <p:cNvCxnSpPr/>
          <p:nvPr/>
        </p:nvCxnSpPr>
        <p:spPr>
          <a:xfrm flipH="1" flipV="1">
            <a:off x="9616966" y="3913278"/>
            <a:ext cx="90516" cy="86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1" name="Connector 1520"/>
          <p:cNvCxnSpPr/>
          <p:nvPr/>
        </p:nvCxnSpPr>
        <p:spPr>
          <a:xfrm flipH="1" flipV="1">
            <a:off x="9494434" y="3904487"/>
            <a:ext cx="122532" cy="87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2" name="Connector 1521"/>
          <p:cNvCxnSpPr/>
          <p:nvPr/>
        </p:nvCxnSpPr>
        <p:spPr>
          <a:xfrm flipH="1">
            <a:off x="9395689" y="3904487"/>
            <a:ext cx="98745" cy="156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3" name="Connector 1522"/>
          <p:cNvCxnSpPr/>
          <p:nvPr/>
        </p:nvCxnSpPr>
        <p:spPr>
          <a:xfrm flipH="1">
            <a:off x="9325791" y="3920162"/>
            <a:ext cx="69898" cy="66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4" name="Connector 1523"/>
          <p:cNvCxnSpPr/>
          <p:nvPr/>
        </p:nvCxnSpPr>
        <p:spPr>
          <a:xfrm flipH="1">
            <a:off x="9245536" y="3987108"/>
            <a:ext cx="80255" cy="871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5" name="Connector 1524"/>
          <p:cNvCxnSpPr/>
          <p:nvPr/>
        </p:nvCxnSpPr>
        <p:spPr>
          <a:xfrm flipH="1">
            <a:off x="9203212" y="4074244"/>
            <a:ext cx="42324" cy="879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6" name="Connector 1525"/>
          <p:cNvCxnSpPr/>
          <p:nvPr/>
        </p:nvCxnSpPr>
        <p:spPr>
          <a:xfrm>
            <a:off x="9203211" y="4658868"/>
            <a:ext cx="51391" cy="7388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7" name="Connector 1526"/>
          <p:cNvCxnSpPr/>
          <p:nvPr/>
        </p:nvCxnSpPr>
        <p:spPr>
          <a:xfrm>
            <a:off x="9254602" y="4732755"/>
            <a:ext cx="53167" cy="101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8" name="Connector 1527"/>
          <p:cNvCxnSpPr/>
          <p:nvPr/>
        </p:nvCxnSpPr>
        <p:spPr>
          <a:xfrm>
            <a:off x="9307769" y="4834533"/>
            <a:ext cx="82083" cy="71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9" name="Connector 1528"/>
          <p:cNvCxnSpPr/>
          <p:nvPr/>
        </p:nvCxnSpPr>
        <p:spPr>
          <a:xfrm>
            <a:off x="9389852" y="4906271"/>
            <a:ext cx="94393" cy="1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0" name="Connector 1529"/>
          <p:cNvCxnSpPr/>
          <p:nvPr/>
        </p:nvCxnSpPr>
        <p:spPr>
          <a:xfrm>
            <a:off x="9484245" y="4908078"/>
            <a:ext cx="123902" cy="86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1" name="Connector 1530"/>
          <p:cNvCxnSpPr/>
          <p:nvPr/>
        </p:nvCxnSpPr>
        <p:spPr>
          <a:xfrm flipV="1">
            <a:off x="9608147" y="4908172"/>
            <a:ext cx="103816" cy="8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2" name="Connector 1531"/>
          <p:cNvCxnSpPr/>
          <p:nvPr/>
        </p:nvCxnSpPr>
        <p:spPr>
          <a:xfrm flipV="1">
            <a:off x="9711963" y="4834370"/>
            <a:ext cx="64003" cy="738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3" name="Connector 1532"/>
          <p:cNvCxnSpPr/>
          <p:nvPr/>
        </p:nvCxnSpPr>
        <p:spPr>
          <a:xfrm flipV="1">
            <a:off x="9775966" y="4746871"/>
            <a:ext cx="80264" cy="8749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4" name="Connector 1533"/>
          <p:cNvCxnSpPr/>
          <p:nvPr/>
        </p:nvCxnSpPr>
        <p:spPr>
          <a:xfrm flipV="1">
            <a:off x="9856230" y="4658868"/>
            <a:ext cx="42374" cy="8800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5" name="Connector 1534"/>
          <p:cNvCxnSpPr/>
          <p:nvPr/>
        </p:nvCxnSpPr>
        <p:spPr>
          <a:xfrm flipH="1" flipV="1">
            <a:off x="9847213" y="4584980"/>
            <a:ext cx="51391" cy="738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" name="Connector 1535"/>
          <p:cNvCxnSpPr/>
          <p:nvPr/>
        </p:nvCxnSpPr>
        <p:spPr>
          <a:xfrm flipH="1" flipV="1">
            <a:off x="9794046" y="4483202"/>
            <a:ext cx="53167" cy="10177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" name="Connector 1536"/>
          <p:cNvCxnSpPr/>
          <p:nvPr/>
        </p:nvCxnSpPr>
        <p:spPr>
          <a:xfrm flipH="1" flipV="1">
            <a:off x="9711963" y="4411464"/>
            <a:ext cx="82083" cy="717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" name="Connector 1537"/>
          <p:cNvCxnSpPr/>
          <p:nvPr/>
        </p:nvCxnSpPr>
        <p:spPr>
          <a:xfrm flipH="1" flipV="1">
            <a:off x="9617570" y="4409657"/>
            <a:ext cx="94393" cy="1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" name="Connector 1538"/>
          <p:cNvCxnSpPr/>
          <p:nvPr/>
        </p:nvCxnSpPr>
        <p:spPr>
          <a:xfrm flipH="1" flipV="1">
            <a:off x="9493668" y="4400977"/>
            <a:ext cx="123902" cy="86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" name="Connector 1539"/>
          <p:cNvCxnSpPr/>
          <p:nvPr/>
        </p:nvCxnSpPr>
        <p:spPr>
          <a:xfrm flipH="1">
            <a:off x="9389852" y="4400977"/>
            <a:ext cx="103816" cy="8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" name="Connector 1540"/>
          <p:cNvCxnSpPr/>
          <p:nvPr/>
        </p:nvCxnSpPr>
        <p:spPr>
          <a:xfrm flipH="1">
            <a:off x="9325849" y="4409563"/>
            <a:ext cx="64003" cy="738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2" name="Connector 1541"/>
          <p:cNvCxnSpPr/>
          <p:nvPr/>
        </p:nvCxnSpPr>
        <p:spPr>
          <a:xfrm flipH="1">
            <a:off x="9245585" y="4483365"/>
            <a:ext cx="80264" cy="8749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" name="Connector 1542"/>
          <p:cNvCxnSpPr/>
          <p:nvPr/>
        </p:nvCxnSpPr>
        <p:spPr>
          <a:xfrm flipH="1">
            <a:off x="9203211" y="4570864"/>
            <a:ext cx="42374" cy="8800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" name="Connector 1543"/>
          <p:cNvCxnSpPr/>
          <p:nvPr/>
        </p:nvCxnSpPr>
        <p:spPr>
          <a:xfrm>
            <a:off x="9203211" y="5155522"/>
            <a:ext cx="51344" cy="738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" name="Connector 1544"/>
          <p:cNvCxnSpPr/>
          <p:nvPr/>
        </p:nvCxnSpPr>
        <p:spPr>
          <a:xfrm>
            <a:off x="9254555" y="5229365"/>
            <a:ext cx="53136" cy="1015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" name="Connector 1545"/>
          <p:cNvCxnSpPr/>
          <p:nvPr/>
        </p:nvCxnSpPr>
        <p:spPr>
          <a:xfrm>
            <a:off x="9307691" y="5330902"/>
            <a:ext cx="86642" cy="648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7" name="Connector 1546"/>
          <p:cNvCxnSpPr/>
          <p:nvPr/>
        </p:nvCxnSpPr>
        <p:spPr>
          <a:xfrm>
            <a:off x="9394333" y="5395780"/>
            <a:ext cx="90516" cy="867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8" name="Connector 1547"/>
          <p:cNvCxnSpPr/>
          <p:nvPr/>
        </p:nvCxnSpPr>
        <p:spPr>
          <a:xfrm>
            <a:off x="9484849" y="5404457"/>
            <a:ext cx="122532" cy="879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9" name="Connector 1548"/>
          <p:cNvCxnSpPr/>
          <p:nvPr/>
        </p:nvCxnSpPr>
        <p:spPr>
          <a:xfrm flipV="1">
            <a:off x="9607381" y="5397573"/>
            <a:ext cx="98745" cy="156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0" name="Connector 1549"/>
          <p:cNvCxnSpPr/>
          <p:nvPr/>
        </p:nvCxnSpPr>
        <p:spPr>
          <a:xfrm flipV="1">
            <a:off x="9706126" y="5330627"/>
            <a:ext cx="69898" cy="669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1" name="Connector 1550"/>
          <p:cNvCxnSpPr/>
          <p:nvPr/>
        </p:nvCxnSpPr>
        <p:spPr>
          <a:xfrm flipV="1">
            <a:off x="9776024" y="5243491"/>
            <a:ext cx="80255" cy="871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2" name="Connector 1551"/>
          <p:cNvCxnSpPr/>
          <p:nvPr/>
        </p:nvCxnSpPr>
        <p:spPr>
          <a:xfrm flipV="1">
            <a:off x="9856279" y="5155522"/>
            <a:ext cx="42324" cy="8796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Connector 1552"/>
          <p:cNvCxnSpPr/>
          <p:nvPr/>
        </p:nvCxnSpPr>
        <p:spPr>
          <a:xfrm flipH="1" flipV="1">
            <a:off x="9847210" y="5081683"/>
            <a:ext cx="51393" cy="73839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4" name="Connector 1553"/>
          <p:cNvCxnSpPr/>
          <p:nvPr/>
        </p:nvCxnSpPr>
        <p:spPr>
          <a:xfrm flipH="1" flipV="1">
            <a:off x="9794046" y="4979909"/>
            <a:ext cx="53164" cy="10177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5" name="Connector 1554"/>
          <p:cNvCxnSpPr/>
          <p:nvPr/>
        </p:nvCxnSpPr>
        <p:spPr>
          <a:xfrm flipH="1" flipV="1">
            <a:off x="9711963" y="4908172"/>
            <a:ext cx="82083" cy="7173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6" name="Connector 1555"/>
          <p:cNvCxnSpPr/>
          <p:nvPr/>
        </p:nvCxnSpPr>
        <p:spPr>
          <a:xfrm flipH="1" flipV="1">
            <a:off x="9617570" y="4906365"/>
            <a:ext cx="94393" cy="180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7" name="Connector 1556"/>
          <p:cNvCxnSpPr/>
          <p:nvPr/>
        </p:nvCxnSpPr>
        <p:spPr>
          <a:xfrm flipH="1" flipV="1">
            <a:off x="9493668" y="4897685"/>
            <a:ext cx="123902" cy="86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8" name="Connector 1557"/>
          <p:cNvCxnSpPr/>
          <p:nvPr/>
        </p:nvCxnSpPr>
        <p:spPr>
          <a:xfrm flipH="1">
            <a:off x="9389852" y="4897685"/>
            <a:ext cx="103816" cy="8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9" name="Connector 1558"/>
          <p:cNvCxnSpPr/>
          <p:nvPr/>
        </p:nvCxnSpPr>
        <p:spPr>
          <a:xfrm flipH="1">
            <a:off x="9325849" y="4906271"/>
            <a:ext cx="64003" cy="738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0" name="Connector 1559"/>
          <p:cNvCxnSpPr/>
          <p:nvPr/>
        </p:nvCxnSpPr>
        <p:spPr>
          <a:xfrm flipH="1">
            <a:off x="9245587" y="4980072"/>
            <a:ext cx="80262" cy="8749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1" name="Connector 1560"/>
          <p:cNvCxnSpPr/>
          <p:nvPr/>
        </p:nvCxnSpPr>
        <p:spPr>
          <a:xfrm flipH="1">
            <a:off x="9203211" y="5067567"/>
            <a:ext cx="42376" cy="8795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2" name="Connector 1561"/>
          <p:cNvCxnSpPr/>
          <p:nvPr/>
        </p:nvCxnSpPr>
        <p:spPr>
          <a:xfrm>
            <a:off x="9898604" y="4162213"/>
            <a:ext cx="51393" cy="738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3" name="Connector 1562"/>
          <p:cNvCxnSpPr/>
          <p:nvPr/>
        </p:nvCxnSpPr>
        <p:spPr>
          <a:xfrm>
            <a:off x="9949997" y="4236053"/>
            <a:ext cx="53169" cy="10177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4" name="Connector 1563"/>
          <p:cNvCxnSpPr/>
          <p:nvPr/>
        </p:nvCxnSpPr>
        <p:spPr>
          <a:xfrm>
            <a:off x="10003166" y="4337829"/>
            <a:ext cx="82155" cy="7173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5" name="Connector 1564"/>
          <p:cNvCxnSpPr/>
          <p:nvPr/>
        </p:nvCxnSpPr>
        <p:spPr>
          <a:xfrm>
            <a:off x="10085321" y="4409564"/>
            <a:ext cx="94536" cy="18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6" name="Connector 1565"/>
          <p:cNvCxnSpPr/>
          <p:nvPr/>
        </p:nvCxnSpPr>
        <p:spPr>
          <a:xfrm>
            <a:off x="10179857" y="4411391"/>
            <a:ext cx="124570" cy="870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7" name="Connector 1566"/>
          <p:cNvCxnSpPr/>
          <p:nvPr/>
        </p:nvCxnSpPr>
        <p:spPr>
          <a:xfrm flipV="1">
            <a:off x="10304427" y="4413674"/>
            <a:ext cx="107711" cy="64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8" name="Connector 1567"/>
          <p:cNvCxnSpPr/>
          <p:nvPr/>
        </p:nvCxnSpPr>
        <p:spPr>
          <a:xfrm flipV="1">
            <a:off x="10412138" y="4336373"/>
            <a:ext cx="61067" cy="7730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9" name="Connector 1568"/>
          <p:cNvCxnSpPr/>
          <p:nvPr/>
        </p:nvCxnSpPr>
        <p:spPr>
          <a:xfrm flipV="1">
            <a:off x="10473205" y="4248297"/>
            <a:ext cx="92312" cy="8807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0" name="Connector 1569"/>
          <p:cNvCxnSpPr/>
          <p:nvPr/>
        </p:nvCxnSpPr>
        <p:spPr>
          <a:xfrm flipV="1">
            <a:off x="10565517" y="4162159"/>
            <a:ext cx="28478" cy="861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1" name="Connector 1570"/>
          <p:cNvCxnSpPr/>
          <p:nvPr/>
        </p:nvCxnSpPr>
        <p:spPr>
          <a:xfrm flipH="1" flipV="1">
            <a:off x="10557197" y="4088564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2" name="Connector 1571"/>
          <p:cNvCxnSpPr/>
          <p:nvPr/>
        </p:nvCxnSpPr>
        <p:spPr>
          <a:xfrm flipH="1" flipV="1">
            <a:off x="10521641" y="3988270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3" name="Connector 1572"/>
          <p:cNvCxnSpPr/>
          <p:nvPr/>
        </p:nvCxnSpPr>
        <p:spPr>
          <a:xfrm flipH="1" flipV="1">
            <a:off x="10407193" y="3925213"/>
            <a:ext cx="114448" cy="6305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4" name="Connector 1573"/>
          <p:cNvCxnSpPr/>
          <p:nvPr/>
        </p:nvCxnSpPr>
        <p:spPr>
          <a:xfrm flipH="1" flipV="1">
            <a:off x="10313296" y="3913491"/>
            <a:ext cx="93897" cy="1172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5" name="Connector 1574"/>
          <p:cNvCxnSpPr/>
          <p:nvPr/>
        </p:nvCxnSpPr>
        <p:spPr>
          <a:xfrm flipH="1" flipV="1">
            <a:off x="10190053" y="3904530"/>
            <a:ext cx="123243" cy="89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6" name="Connector 1575"/>
          <p:cNvCxnSpPr/>
          <p:nvPr/>
        </p:nvCxnSpPr>
        <p:spPr>
          <a:xfrm flipH="1">
            <a:off x="10091157" y="3904530"/>
            <a:ext cx="98896" cy="156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7" name="Connector 1576"/>
          <p:cNvCxnSpPr/>
          <p:nvPr/>
        </p:nvCxnSpPr>
        <p:spPr>
          <a:xfrm flipH="1">
            <a:off x="10021187" y="3920168"/>
            <a:ext cx="69970" cy="6693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" name="Connector 1577"/>
          <p:cNvCxnSpPr/>
          <p:nvPr/>
        </p:nvCxnSpPr>
        <p:spPr>
          <a:xfrm flipH="1">
            <a:off x="9940929" y="3987105"/>
            <a:ext cx="80258" cy="8713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9" name="Connector 1578"/>
          <p:cNvCxnSpPr/>
          <p:nvPr/>
        </p:nvCxnSpPr>
        <p:spPr>
          <a:xfrm flipH="1">
            <a:off x="9898604" y="4074243"/>
            <a:ext cx="42325" cy="8797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" name="Connector 1579"/>
          <p:cNvCxnSpPr/>
          <p:nvPr/>
        </p:nvCxnSpPr>
        <p:spPr>
          <a:xfrm>
            <a:off x="9898604" y="4658868"/>
            <a:ext cx="51390" cy="7388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" name="Connector 1580"/>
          <p:cNvCxnSpPr/>
          <p:nvPr/>
        </p:nvCxnSpPr>
        <p:spPr>
          <a:xfrm>
            <a:off x="9949994" y="4732756"/>
            <a:ext cx="53171" cy="1017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" name="Connector 1581"/>
          <p:cNvCxnSpPr/>
          <p:nvPr/>
        </p:nvCxnSpPr>
        <p:spPr>
          <a:xfrm>
            <a:off x="10003165" y="4834536"/>
            <a:ext cx="82156" cy="7173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" name="Connector 1582"/>
          <p:cNvCxnSpPr/>
          <p:nvPr/>
        </p:nvCxnSpPr>
        <p:spPr>
          <a:xfrm>
            <a:off x="10085321" y="4906272"/>
            <a:ext cx="94536" cy="18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4" name="Connector 1583"/>
          <p:cNvCxnSpPr/>
          <p:nvPr/>
        </p:nvCxnSpPr>
        <p:spPr>
          <a:xfrm>
            <a:off x="10179857" y="4908099"/>
            <a:ext cx="124570" cy="870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5" name="Connector 1584"/>
          <p:cNvCxnSpPr/>
          <p:nvPr/>
        </p:nvCxnSpPr>
        <p:spPr>
          <a:xfrm flipV="1">
            <a:off x="10304427" y="4910383"/>
            <a:ext cx="107711" cy="642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6" name="Connector 1585"/>
          <p:cNvCxnSpPr/>
          <p:nvPr/>
        </p:nvCxnSpPr>
        <p:spPr>
          <a:xfrm flipV="1">
            <a:off x="10412138" y="4833081"/>
            <a:ext cx="61067" cy="7730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7" name="Connector 1586"/>
          <p:cNvCxnSpPr/>
          <p:nvPr/>
        </p:nvCxnSpPr>
        <p:spPr>
          <a:xfrm flipV="1">
            <a:off x="10473205" y="4745005"/>
            <a:ext cx="92312" cy="880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8" name="Connector 1587"/>
          <p:cNvCxnSpPr/>
          <p:nvPr/>
        </p:nvCxnSpPr>
        <p:spPr>
          <a:xfrm flipV="1">
            <a:off x="10565517" y="4658868"/>
            <a:ext cx="28478" cy="861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9" name="Connector 1588"/>
          <p:cNvCxnSpPr/>
          <p:nvPr/>
        </p:nvCxnSpPr>
        <p:spPr>
          <a:xfrm flipH="1" flipV="1">
            <a:off x="10557197" y="4585272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0" name="Connector 1589"/>
          <p:cNvCxnSpPr/>
          <p:nvPr/>
        </p:nvCxnSpPr>
        <p:spPr>
          <a:xfrm flipH="1" flipV="1">
            <a:off x="10521641" y="4484978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1" name="Connector 1590"/>
          <p:cNvCxnSpPr/>
          <p:nvPr/>
        </p:nvCxnSpPr>
        <p:spPr>
          <a:xfrm flipH="1" flipV="1">
            <a:off x="10412138" y="4413674"/>
            <a:ext cx="109503" cy="7130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2" name="Connector 1591"/>
          <p:cNvCxnSpPr/>
          <p:nvPr/>
        </p:nvCxnSpPr>
        <p:spPr>
          <a:xfrm flipH="1" flipV="1">
            <a:off x="10313981" y="4409797"/>
            <a:ext cx="98157" cy="387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3" name="Connector 1592"/>
          <p:cNvCxnSpPr/>
          <p:nvPr/>
        </p:nvCxnSpPr>
        <p:spPr>
          <a:xfrm flipH="1" flipV="1">
            <a:off x="10189309" y="4401011"/>
            <a:ext cx="124672" cy="87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4" name="Connector 1593"/>
          <p:cNvCxnSpPr/>
          <p:nvPr/>
        </p:nvCxnSpPr>
        <p:spPr>
          <a:xfrm flipH="1">
            <a:off x="10085321" y="4401011"/>
            <a:ext cx="103988" cy="855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5" name="Connector 1594"/>
          <p:cNvCxnSpPr/>
          <p:nvPr/>
        </p:nvCxnSpPr>
        <p:spPr>
          <a:xfrm flipH="1">
            <a:off x="10021245" y="4409564"/>
            <a:ext cx="64076" cy="7379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6" name="Connector 1595"/>
          <p:cNvCxnSpPr/>
          <p:nvPr/>
        </p:nvCxnSpPr>
        <p:spPr>
          <a:xfrm flipH="1">
            <a:off x="9940977" y="4483361"/>
            <a:ext cx="80268" cy="8750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7" name="Connector 1596"/>
          <p:cNvCxnSpPr/>
          <p:nvPr/>
        </p:nvCxnSpPr>
        <p:spPr>
          <a:xfrm flipH="1">
            <a:off x="9898604" y="4570863"/>
            <a:ext cx="42373" cy="8800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8" name="Connector 1597"/>
          <p:cNvCxnSpPr/>
          <p:nvPr/>
        </p:nvCxnSpPr>
        <p:spPr>
          <a:xfrm>
            <a:off x="9898603" y="5155522"/>
            <a:ext cx="51343" cy="73843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9" name="Connector 1598"/>
          <p:cNvCxnSpPr/>
          <p:nvPr/>
        </p:nvCxnSpPr>
        <p:spPr>
          <a:xfrm>
            <a:off x="9949946" y="5229365"/>
            <a:ext cx="53137" cy="101538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0" name="Connector 1599"/>
          <p:cNvCxnSpPr/>
          <p:nvPr/>
        </p:nvCxnSpPr>
        <p:spPr>
          <a:xfrm>
            <a:off x="10003083" y="5330903"/>
            <a:ext cx="86650" cy="648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1" name="Connector 1600"/>
          <p:cNvCxnSpPr/>
          <p:nvPr/>
        </p:nvCxnSpPr>
        <p:spPr>
          <a:xfrm>
            <a:off x="10089733" y="5395779"/>
            <a:ext cx="90534" cy="867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2" name="Connector 1601"/>
          <p:cNvCxnSpPr/>
          <p:nvPr/>
        </p:nvCxnSpPr>
        <p:spPr>
          <a:xfrm>
            <a:off x="10180267" y="5404452"/>
            <a:ext cx="122629" cy="874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3" name="Connector 1602"/>
          <p:cNvCxnSpPr/>
          <p:nvPr/>
        </p:nvCxnSpPr>
        <p:spPr>
          <a:xfrm flipV="1">
            <a:off x="10302896" y="5396661"/>
            <a:ext cx="99260" cy="1653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4" name="Connector 1603"/>
          <p:cNvCxnSpPr/>
          <p:nvPr/>
        </p:nvCxnSpPr>
        <p:spPr>
          <a:xfrm flipV="1">
            <a:off x="10402156" y="5329200"/>
            <a:ext cx="70988" cy="6746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5" name="Connector 1604"/>
          <p:cNvCxnSpPr/>
          <p:nvPr/>
        </p:nvCxnSpPr>
        <p:spPr>
          <a:xfrm flipV="1">
            <a:off x="10473144" y="5241713"/>
            <a:ext cx="92373" cy="8748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6" name="Connector 1605"/>
          <p:cNvCxnSpPr/>
          <p:nvPr/>
        </p:nvCxnSpPr>
        <p:spPr>
          <a:xfrm flipV="1">
            <a:off x="10565517" y="5155576"/>
            <a:ext cx="28478" cy="86137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7" name="Connector 1606"/>
          <p:cNvCxnSpPr/>
          <p:nvPr/>
        </p:nvCxnSpPr>
        <p:spPr>
          <a:xfrm flipH="1" flipV="1">
            <a:off x="10557197" y="5081980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8" name="Connector 1607"/>
          <p:cNvCxnSpPr/>
          <p:nvPr/>
        </p:nvCxnSpPr>
        <p:spPr>
          <a:xfrm flipH="1" flipV="1">
            <a:off x="10521641" y="4981686"/>
            <a:ext cx="35556" cy="10029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9" name="Connector 1608"/>
          <p:cNvCxnSpPr/>
          <p:nvPr/>
        </p:nvCxnSpPr>
        <p:spPr>
          <a:xfrm flipH="1" flipV="1">
            <a:off x="10412138" y="4910383"/>
            <a:ext cx="109503" cy="7130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0" name="Connector 1609"/>
          <p:cNvCxnSpPr/>
          <p:nvPr/>
        </p:nvCxnSpPr>
        <p:spPr>
          <a:xfrm flipH="1" flipV="1">
            <a:off x="10313981" y="4906505"/>
            <a:ext cx="98157" cy="387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1" name="Connector 1610"/>
          <p:cNvCxnSpPr/>
          <p:nvPr/>
        </p:nvCxnSpPr>
        <p:spPr>
          <a:xfrm flipH="1" flipV="1">
            <a:off x="10189309" y="4897719"/>
            <a:ext cx="124672" cy="87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2" name="Connector 1611"/>
          <p:cNvCxnSpPr/>
          <p:nvPr/>
        </p:nvCxnSpPr>
        <p:spPr>
          <a:xfrm flipH="1">
            <a:off x="10085321" y="4897719"/>
            <a:ext cx="103988" cy="855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3" name="Connector 1612"/>
          <p:cNvCxnSpPr/>
          <p:nvPr/>
        </p:nvCxnSpPr>
        <p:spPr>
          <a:xfrm flipH="1">
            <a:off x="10021245" y="4906272"/>
            <a:ext cx="64076" cy="737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4" name="Connector 1613"/>
          <p:cNvCxnSpPr/>
          <p:nvPr/>
        </p:nvCxnSpPr>
        <p:spPr>
          <a:xfrm flipH="1">
            <a:off x="9940979" y="4980069"/>
            <a:ext cx="80266" cy="8749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5" name="Connector 1614"/>
          <p:cNvCxnSpPr/>
          <p:nvPr/>
        </p:nvCxnSpPr>
        <p:spPr>
          <a:xfrm flipH="1">
            <a:off x="9898603" y="5067566"/>
            <a:ext cx="42376" cy="8795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6" name="Connector 1615"/>
          <p:cNvCxnSpPr/>
          <p:nvPr/>
        </p:nvCxnSpPr>
        <p:spPr>
          <a:xfrm flipH="1" flipV="1">
            <a:off x="8629814" y="4335765"/>
            <a:ext cx="59860" cy="7158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7" name="Connector 1616"/>
          <p:cNvCxnSpPr/>
          <p:nvPr/>
        </p:nvCxnSpPr>
        <p:spPr>
          <a:xfrm flipH="1" flipV="1">
            <a:off x="8559643" y="4236624"/>
            <a:ext cx="70171" cy="9914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8" name="Connector 1617"/>
          <p:cNvCxnSpPr/>
          <p:nvPr/>
        </p:nvCxnSpPr>
        <p:spPr>
          <a:xfrm flipH="1" flipV="1">
            <a:off x="8507820" y="4162159"/>
            <a:ext cx="51823" cy="74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9" name="Connector 1618"/>
          <p:cNvCxnSpPr/>
          <p:nvPr/>
        </p:nvCxnSpPr>
        <p:spPr>
          <a:xfrm flipH="1">
            <a:off x="9150441" y="4162213"/>
            <a:ext cx="52771" cy="744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0" name="Connector 1619"/>
          <p:cNvCxnSpPr/>
          <p:nvPr/>
        </p:nvCxnSpPr>
        <p:spPr>
          <a:xfrm flipH="1">
            <a:off x="9070647" y="4236637"/>
            <a:ext cx="79794" cy="873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1" name="Connector 1620"/>
          <p:cNvCxnSpPr/>
          <p:nvPr/>
        </p:nvCxnSpPr>
        <p:spPr>
          <a:xfrm flipH="1">
            <a:off x="9016493" y="4323983"/>
            <a:ext cx="54154" cy="874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2" name="Connector 1621"/>
          <p:cNvCxnSpPr/>
          <p:nvPr/>
        </p:nvCxnSpPr>
        <p:spPr>
          <a:xfrm>
            <a:off x="9012082" y="3921956"/>
            <a:ext cx="67575" cy="649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3" name="Connector 1622"/>
          <p:cNvCxnSpPr/>
          <p:nvPr/>
        </p:nvCxnSpPr>
        <p:spPr>
          <a:xfrm>
            <a:off x="9079657" y="3986919"/>
            <a:ext cx="52705" cy="10148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4" name="Connector 1623"/>
          <p:cNvCxnSpPr/>
          <p:nvPr/>
        </p:nvCxnSpPr>
        <p:spPr>
          <a:xfrm>
            <a:off x="9132362" y="4088400"/>
            <a:ext cx="70850" cy="738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5" name="Connector 1624"/>
          <p:cNvCxnSpPr/>
          <p:nvPr/>
        </p:nvCxnSpPr>
        <p:spPr>
          <a:xfrm flipV="1">
            <a:off x="8699659" y="3915031"/>
            <a:ext cx="90060" cy="604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6" name="Connector 1625"/>
          <p:cNvCxnSpPr/>
          <p:nvPr/>
        </p:nvCxnSpPr>
        <p:spPr>
          <a:xfrm>
            <a:off x="8789719" y="3915031"/>
            <a:ext cx="122398" cy="87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7" name="Connector 1626"/>
          <p:cNvCxnSpPr/>
          <p:nvPr/>
        </p:nvCxnSpPr>
        <p:spPr>
          <a:xfrm flipV="1">
            <a:off x="8912117" y="3921956"/>
            <a:ext cx="99965" cy="17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8" name="Connector 1627"/>
          <p:cNvCxnSpPr/>
          <p:nvPr/>
        </p:nvCxnSpPr>
        <p:spPr>
          <a:xfrm flipV="1">
            <a:off x="8507820" y="4088564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9" name="Connector 1628"/>
          <p:cNvCxnSpPr/>
          <p:nvPr/>
        </p:nvCxnSpPr>
        <p:spPr>
          <a:xfrm flipV="1">
            <a:off x="8544618" y="4002490"/>
            <a:ext cx="93561" cy="8607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0" name="Connector 1629"/>
          <p:cNvCxnSpPr/>
          <p:nvPr/>
        </p:nvCxnSpPr>
        <p:spPr>
          <a:xfrm flipV="1">
            <a:off x="8638179" y="3921075"/>
            <a:ext cx="61480" cy="814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1" name="Connector 1630"/>
          <p:cNvCxnSpPr/>
          <p:nvPr/>
        </p:nvCxnSpPr>
        <p:spPr>
          <a:xfrm flipH="1" flipV="1">
            <a:off x="8629814" y="4832473"/>
            <a:ext cx="59860" cy="71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2" name="Connector 1631"/>
          <p:cNvCxnSpPr/>
          <p:nvPr/>
        </p:nvCxnSpPr>
        <p:spPr>
          <a:xfrm flipH="1" flipV="1">
            <a:off x="8559643" y="4733332"/>
            <a:ext cx="70171" cy="9914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3" name="Connector 1632"/>
          <p:cNvCxnSpPr/>
          <p:nvPr/>
        </p:nvCxnSpPr>
        <p:spPr>
          <a:xfrm flipH="1" flipV="1">
            <a:off x="8507820" y="4658868"/>
            <a:ext cx="51823" cy="7446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4" name="Connector 1633"/>
          <p:cNvCxnSpPr/>
          <p:nvPr/>
        </p:nvCxnSpPr>
        <p:spPr>
          <a:xfrm flipH="1">
            <a:off x="9150444" y="4658868"/>
            <a:ext cx="52767" cy="74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5" name="Connector 1634"/>
          <p:cNvCxnSpPr/>
          <p:nvPr/>
        </p:nvCxnSpPr>
        <p:spPr>
          <a:xfrm flipH="1">
            <a:off x="9070648" y="4733340"/>
            <a:ext cx="79796" cy="873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6" name="Connector 1635"/>
          <p:cNvCxnSpPr/>
          <p:nvPr/>
        </p:nvCxnSpPr>
        <p:spPr>
          <a:xfrm flipH="1">
            <a:off x="9016493" y="4820690"/>
            <a:ext cx="54155" cy="8748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7" name="Connector 1636"/>
          <p:cNvCxnSpPr/>
          <p:nvPr/>
        </p:nvCxnSpPr>
        <p:spPr>
          <a:xfrm>
            <a:off x="9016493" y="4411463"/>
            <a:ext cx="62954" cy="716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" name="Connector 1637"/>
          <p:cNvCxnSpPr/>
          <p:nvPr/>
        </p:nvCxnSpPr>
        <p:spPr>
          <a:xfrm>
            <a:off x="9079447" y="4483134"/>
            <a:ext cx="52855" cy="1018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9" name="Connector 1638"/>
          <p:cNvCxnSpPr/>
          <p:nvPr/>
        </p:nvCxnSpPr>
        <p:spPr>
          <a:xfrm>
            <a:off x="9132302" y="4584974"/>
            <a:ext cx="70909" cy="7389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0" name="Connector 1639"/>
          <p:cNvCxnSpPr/>
          <p:nvPr/>
        </p:nvCxnSpPr>
        <p:spPr>
          <a:xfrm flipV="1">
            <a:off x="8507820" y="4585272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1" name="Connector 1640"/>
          <p:cNvCxnSpPr/>
          <p:nvPr/>
        </p:nvCxnSpPr>
        <p:spPr>
          <a:xfrm flipV="1">
            <a:off x="8544618" y="4498378"/>
            <a:ext cx="93693" cy="8689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2" name="Connector 1641"/>
          <p:cNvCxnSpPr/>
          <p:nvPr/>
        </p:nvCxnSpPr>
        <p:spPr>
          <a:xfrm flipV="1">
            <a:off x="8638311" y="4407351"/>
            <a:ext cx="51363" cy="91027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3" name="Connector 1642"/>
          <p:cNvCxnSpPr/>
          <p:nvPr/>
        </p:nvCxnSpPr>
        <p:spPr>
          <a:xfrm flipH="1" flipV="1">
            <a:off x="8629550" y="5328621"/>
            <a:ext cx="65069" cy="63899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4" name="Connector 1643"/>
          <p:cNvCxnSpPr/>
          <p:nvPr/>
        </p:nvCxnSpPr>
        <p:spPr>
          <a:xfrm flipH="1" flipV="1">
            <a:off x="8559643" y="5230041"/>
            <a:ext cx="69907" cy="9858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5" name="Connector 1644"/>
          <p:cNvCxnSpPr/>
          <p:nvPr/>
        </p:nvCxnSpPr>
        <p:spPr>
          <a:xfrm flipH="1" flipV="1">
            <a:off x="8507820" y="5155576"/>
            <a:ext cx="51823" cy="74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6" name="Connector 1645"/>
          <p:cNvCxnSpPr/>
          <p:nvPr/>
        </p:nvCxnSpPr>
        <p:spPr>
          <a:xfrm flipH="1">
            <a:off x="8920993" y="5397567"/>
            <a:ext cx="89665" cy="51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7" name="Connector 1646"/>
          <p:cNvCxnSpPr/>
          <p:nvPr/>
        </p:nvCxnSpPr>
        <p:spPr>
          <a:xfrm flipH="1" flipV="1">
            <a:off x="8798091" y="5393880"/>
            <a:ext cx="122902" cy="88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8" name="Connector 1647"/>
          <p:cNvCxnSpPr/>
          <p:nvPr/>
        </p:nvCxnSpPr>
        <p:spPr>
          <a:xfrm flipH="1" flipV="1">
            <a:off x="8694619" y="5392520"/>
            <a:ext cx="103472" cy="136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9" name="Connector 1648"/>
          <p:cNvCxnSpPr/>
          <p:nvPr/>
        </p:nvCxnSpPr>
        <p:spPr>
          <a:xfrm flipH="1">
            <a:off x="9150509" y="5155522"/>
            <a:ext cx="52702" cy="744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0" name="Connector 1649"/>
          <p:cNvCxnSpPr/>
          <p:nvPr/>
        </p:nvCxnSpPr>
        <p:spPr>
          <a:xfrm flipH="1">
            <a:off x="9070815" y="5229938"/>
            <a:ext cx="79694" cy="868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1" name="Connector 1650"/>
          <p:cNvCxnSpPr/>
          <p:nvPr/>
        </p:nvCxnSpPr>
        <p:spPr>
          <a:xfrm flipH="1">
            <a:off x="9010658" y="5316799"/>
            <a:ext cx="60157" cy="807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2" name="Connector 1651"/>
          <p:cNvCxnSpPr/>
          <p:nvPr/>
        </p:nvCxnSpPr>
        <p:spPr>
          <a:xfrm>
            <a:off x="9016493" y="4908171"/>
            <a:ext cx="62954" cy="716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3" name="Connector 1652"/>
          <p:cNvCxnSpPr/>
          <p:nvPr/>
        </p:nvCxnSpPr>
        <p:spPr>
          <a:xfrm>
            <a:off x="9079447" y="4979842"/>
            <a:ext cx="52852" cy="10183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Connector 1653"/>
          <p:cNvCxnSpPr/>
          <p:nvPr/>
        </p:nvCxnSpPr>
        <p:spPr>
          <a:xfrm>
            <a:off x="9132299" y="5081678"/>
            <a:ext cx="70912" cy="738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5" name="Connector 1654"/>
          <p:cNvCxnSpPr/>
          <p:nvPr/>
        </p:nvCxnSpPr>
        <p:spPr>
          <a:xfrm flipV="1">
            <a:off x="8507820" y="5081980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6" name="Connector 1655"/>
          <p:cNvCxnSpPr/>
          <p:nvPr/>
        </p:nvCxnSpPr>
        <p:spPr>
          <a:xfrm flipV="1">
            <a:off x="8544618" y="4995086"/>
            <a:ext cx="93693" cy="8689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7" name="Connector 1656"/>
          <p:cNvCxnSpPr/>
          <p:nvPr/>
        </p:nvCxnSpPr>
        <p:spPr>
          <a:xfrm flipV="1">
            <a:off x="8638311" y="4904059"/>
            <a:ext cx="51363" cy="91027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Connector 1657"/>
          <p:cNvCxnSpPr/>
          <p:nvPr/>
        </p:nvCxnSpPr>
        <p:spPr>
          <a:xfrm flipH="1" flipV="1">
            <a:off x="9326972" y="4337890"/>
            <a:ext cx="62880" cy="716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Connector 1658"/>
          <p:cNvCxnSpPr/>
          <p:nvPr/>
        </p:nvCxnSpPr>
        <p:spPr>
          <a:xfrm flipH="1" flipV="1">
            <a:off x="9274124" y="4236056"/>
            <a:ext cx="52848" cy="1018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0" name="Connector 1659"/>
          <p:cNvCxnSpPr/>
          <p:nvPr/>
        </p:nvCxnSpPr>
        <p:spPr>
          <a:xfrm flipH="1" flipV="1">
            <a:off x="9203212" y="4162213"/>
            <a:ext cx="70912" cy="738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1" name="Connector 1660"/>
          <p:cNvCxnSpPr/>
          <p:nvPr/>
        </p:nvCxnSpPr>
        <p:spPr>
          <a:xfrm flipH="1">
            <a:off x="9845833" y="4162213"/>
            <a:ext cx="52771" cy="7442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2" name="Connector 1661"/>
          <p:cNvCxnSpPr/>
          <p:nvPr/>
        </p:nvCxnSpPr>
        <p:spPr>
          <a:xfrm flipH="1">
            <a:off x="9766041" y="4236636"/>
            <a:ext cx="79792" cy="873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3" name="Connector 1662"/>
          <p:cNvCxnSpPr/>
          <p:nvPr/>
        </p:nvCxnSpPr>
        <p:spPr>
          <a:xfrm flipH="1">
            <a:off x="9711963" y="4323980"/>
            <a:ext cx="54078" cy="874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4" name="Connector 1663"/>
          <p:cNvCxnSpPr/>
          <p:nvPr/>
        </p:nvCxnSpPr>
        <p:spPr>
          <a:xfrm>
            <a:off x="9707482" y="3921955"/>
            <a:ext cx="67567" cy="649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5" name="Connector 1664"/>
          <p:cNvCxnSpPr/>
          <p:nvPr/>
        </p:nvCxnSpPr>
        <p:spPr>
          <a:xfrm>
            <a:off x="9775049" y="3986920"/>
            <a:ext cx="52705" cy="1014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6" name="Connector 1665"/>
          <p:cNvCxnSpPr/>
          <p:nvPr/>
        </p:nvCxnSpPr>
        <p:spPr>
          <a:xfrm>
            <a:off x="9827754" y="4088400"/>
            <a:ext cx="70850" cy="738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7" name="Connector 1666"/>
          <p:cNvCxnSpPr/>
          <p:nvPr/>
        </p:nvCxnSpPr>
        <p:spPr>
          <a:xfrm flipV="1">
            <a:off x="9395689" y="3914993"/>
            <a:ext cx="89543" cy="516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8" name="Connector 1667"/>
          <p:cNvCxnSpPr/>
          <p:nvPr/>
        </p:nvCxnSpPr>
        <p:spPr>
          <a:xfrm>
            <a:off x="9485232" y="3914993"/>
            <a:ext cx="122303" cy="87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9" name="Connector 1668"/>
          <p:cNvCxnSpPr/>
          <p:nvPr/>
        </p:nvCxnSpPr>
        <p:spPr>
          <a:xfrm flipV="1">
            <a:off x="9607535" y="3921955"/>
            <a:ext cx="99947" cy="179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0" name="Connector 1669"/>
          <p:cNvCxnSpPr/>
          <p:nvPr/>
        </p:nvCxnSpPr>
        <p:spPr>
          <a:xfrm flipV="1">
            <a:off x="9203212" y="4087797"/>
            <a:ext cx="52702" cy="74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1" name="Connector 1670"/>
          <p:cNvCxnSpPr/>
          <p:nvPr/>
        </p:nvCxnSpPr>
        <p:spPr>
          <a:xfrm flipV="1">
            <a:off x="9255914" y="4000938"/>
            <a:ext cx="79691" cy="868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2" name="Connector 1671"/>
          <p:cNvCxnSpPr/>
          <p:nvPr/>
        </p:nvCxnSpPr>
        <p:spPr>
          <a:xfrm flipV="1">
            <a:off x="9335605" y="3920162"/>
            <a:ext cx="60084" cy="807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3" name="Connector 1672"/>
          <p:cNvCxnSpPr/>
          <p:nvPr/>
        </p:nvCxnSpPr>
        <p:spPr>
          <a:xfrm flipH="1" flipV="1">
            <a:off x="9326972" y="4834597"/>
            <a:ext cx="62880" cy="716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4" name="Connector 1673"/>
          <p:cNvCxnSpPr/>
          <p:nvPr/>
        </p:nvCxnSpPr>
        <p:spPr>
          <a:xfrm flipH="1" flipV="1">
            <a:off x="9274121" y="4732761"/>
            <a:ext cx="52851" cy="10183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5" name="Connector 1674"/>
          <p:cNvCxnSpPr/>
          <p:nvPr/>
        </p:nvCxnSpPr>
        <p:spPr>
          <a:xfrm flipH="1" flipV="1">
            <a:off x="9203211" y="4658868"/>
            <a:ext cx="70910" cy="7389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6" name="Connector 1675"/>
          <p:cNvCxnSpPr/>
          <p:nvPr/>
        </p:nvCxnSpPr>
        <p:spPr>
          <a:xfrm flipH="1">
            <a:off x="9845836" y="4658868"/>
            <a:ext cx="52768" cy="744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7" name="Connector 1676"/>
          <p:cNvCxnSpPr/>
          <p:nvPr/>
        </p:nvCxnSpPr>
        <p:spPr>
          <a:xfrm flipH="1">
            <a:off x="9766042" y="4733339"/>
            <a:ext cx="79794" cy="873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8" name="Connector 1677"/>
          <p:cNvCxnSpPr/>
          <p:nvPr/>
        </p:nvCxnSpPr>
        <p:spPr>
          <a:xfrm flipH="1">
            <a:off x="9711963" y="4820687"/>
            <a:ext cx="54079" cy="874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9" name="Connector 1678"/>
          <p:cNvCxnSpPr/>
          <p:nvPr/>
        </p:nvCxnSpPr>
        <p:spPr>
          <a:xfrm>
            <a:off x="9711963" y="4411464"/>
            <a:ext cx="62880" cy="7167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0" name="Connector 1679"/>
          <p:cNvCxnSpPr/>
          <p:nvPr/>
        </p:nvCxnSpPr>
        <p:spPr>
          <a:xfrm>
            <a:off x="9774843" y="4483138"/>
            <a:ext cx="52851" cy="10183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1" name="Connector 1680"/>
          <p:cNvCxnSpPr/>
          <p:nvPr/>
        </p:nvCxnSpPr>
        <p:spPr>
          <a:xfrm>
            <a:off x="9827694" y="4584974"/>
            <a:ext cx="70910" cy="7389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2" name="Connector 1681"/>
          <p:cNvCxnSpPr/>
          <p:nvPr/>
        </p:nvCxnSpPr>
        <p:spPr>
          <a:xfrm flipV="1">
            <a:off x="9203211" y="4584396"/>
            <a:ext cx="52768" cy="7447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3" name="Connector 1682"/>
          <p:cNvCxnSpPr/>
          <p:nvPr/>
        </p:nvCxnSpPr>
        <p:spPr>
          <a:xfrm flipV="1">
            <a:off x="9255979" y="4497048"/>
            <a:ext cx="79794" cy="8734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4" name="Connector 1683"/>
          <p:cNvCxnSpPr/>
          <p:nvPr/>
        </p:nvCxnSpPr>
        <p:spPr>
          <a:xfrm flipV="1">
            <a:off x="9335773" y="4409563"/>
            <a:ext cx="54079" cy="8748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5" name="Connector 1684"/>
          <p:cNvCxnSpPr/>
          <p:nvPr/>
        </p:nvCxnSpPr>
        <p:spPr>
          <a:xfrm flipH="1" flipV="1">
            <a:off x="9326766" y="5330815"/>
            <a:ext cx="67567" cy="6496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6" name="Connector 1685"/>
          <p:cNvCxnSpPr/>
          <p:nvPr/>
        </p:nvCxnSpPr>
        <p:spPr>
          <a:xfrm flipH="1" flipV="1">
            <a:off x="9274061" y="5229335"/>
            <a:ext cx="52705" cy="10148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7" name="Connector 1686"/>
          <p:cNvCxnSpPr/>
          <p:nvPr/>
        </p:nvCxnSpPr>
        <p:spPr>
          <a:xfrm flipH="1" flipV="1">
            <a:off x="9203211" y="5155522"/>
            <a:ext cx="70850" cy="7381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8" name="Connector 1687"/>
          <p:cNvCxnSpPr/>
          <p:nvPr/>
        </p:nvCxnSpPr>
        <p:spPr>
          <a:xfrm flipH="1">
            <a:off x="9616583" y="5397573"/>
            <a:ext cx="89543" cy="516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9" name="Connector 1688"/>
          <p:cNvCxnSpPr/>
          <p:nvPr/>
        </p:nvCxnSpPr>
        <p:spPr>
          <a:xfrm flipH="1" flipV="1">
            <a:off x="9494280" y="5393990"/>
            <a:ext cx="122303" cy="8752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0" name="Connector 1689"/>
          <p:cNvCxnSpPr/>
          <p:nvPr/>
        </p:nvCxnSpPr>
        <p:spPr>
          <a:xfrm flipH="1">
            <a:off x="9394333" y="5393990"/>
            <a:ext cx="99947" cy="179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1" name="Connector 1690"/>
          <p:cNvCxnSpPr/>
          <p:nvPr/>
        </p:nvCxnSpPr>
        <p:spPr>
          <a:xfrm flipH="1">
            <a:off x="9845901" y="5155522"/>
            <a:ext cx="52702" cy="7441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2" name="Connector 1691"/>
          <p:cNvCxnSpPr/>
          <p:nvPr/>
        </p:nvCxnSpPr>
        <p:spPr>
          <a:xfrm flipH="1">
            <a:off x="9766210" y="5229938"/>
            <a:ext cx="79691" cy="86859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3" name="Connector 1692"/>
          <p:cNvCxnSpPr/>
          <p:nvPr/>
        </p:nvCxnSpPr>
        <p:spPr>
          <a:xfrm flipH="1">
            <a:off x="9706126" y="5316797"/>
            <a:ext cx="60084" cy="8077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4" name="Connector 1693"/>
          <p:cNvCxnSpPr/>
          <p:nvPr/>
        </p:nvCxnSpPr>
        <p:spPr>
          <a:xfrm>
            <a:off x="9711963" y="4908172"/>
            <a:ext cx="62880" cy="716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5" name="Connector 1694"/>
          <p:cNvCxnSpPr/>
          <p:nvPr/>
        </p:nvCxnSpPr>
        <p:spPr>
          <a:xfrm>
            <a:off x="9774843" y="4979845"/>
            <a:ext cx="52848" cy="101834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6" name="Connector 1695"/>
          <p:cNvCxnSpPr/>
          <p:nvPr/>
        </p:nvCxnSpPr>
        <p:spPr>
          <a:xfrm>
            <a:off x="9827691" y="5081679"/>
            <a:ext cx="70912" cy="738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7" name="Connector 1696"/>
          <p:cNvCxnSpPr/>
          <p:nvPr/>
        </p:nvCxnSpPr>
        <p:spPr>
          <a:xfrm flipV="1">
            <a:off x="9203211" y="5081099"/>
            <a:ext cx="52771" cy="7442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8" name="Connector 1697"/>
          <p:cNvCxnSpPr/>
          <p:nvPr/>
        </p:nvCxnSpPr>
        <p:spPr>
          <a:xfrm flipV="1">
            <a:off x="9255982" y="4993755"/>
            <a:ext cx="79792" cy="873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9" name="Connector 1698"/>
          <p:cNvCxnSpPr/>
          <p:nvPr/>
        </p:nvCxnSpPr>
        <p:spPr>
          <a:xfrm flipV="1">
            <a:off x="9335774" y="4906271"/>
            <a:ext cx="54078" cy="8748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0" name="Connector 1699"/>
          <p:cNvCxnSpPr/>
          <p:nvPr/>
        </p:nvCxnSpPr>
        <p:spPr>
          <a:xfrm flipH="1" flipV="1">
            <a:off x="10022368" y="4337893"/>
            <a:ext cx="62953" cy="7167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1" name="Connector 1700"/>
          <p:cNvCxnSpPr/>
          <p:nvPr/>
        </p:nvCxnSpPr>
        <p:spPr>
          <a:xfrm flipH="1" flipV="1">
            <a:off x="9969516" y="4236057"/>
            <a:ext cx="52852" cy="10183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2" name="Connector 1701"/>
          <p:cNvCxnSpPr/>
          <p:nvPr/>
        </p:nvCxnSpPr>
        <p:spPr>
          <a:xfrm flipH="1" flipV="1">
            <a:off x="9898604" y="4162213"/>
            <a:ext cx="70912" cy="7384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3" name="Connector 1702"/>
          <p:cNvCxnSpPr/>
          <p:nvPr/>
        </p:nvCxnSpPr>
        <p:spPr>
          <a:xfrm flipH="1">
            <a:off x="10557197" y="4162159"/>
            <a:ext cx="36798" cy="73596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4" name="Connector 1703"/>
          <p:cNvCxnSpPr/>
          <p:nvPr/>
        </p:nvCxnSpPr>
        <p:spPr>
          <a:xfrm flipH="1">
            <a:off x="10463502" y="4235755"/>
            <a:ext cx="93695" cy="8689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5" name="Connector 1704"/>
          <p:cNvCxnSpPr/>
          <p:nvPr/>
        </p:nvCxnSpPr>
        <p:spPr>
          <a:xfrm flipH="1">
            <a:off x="10412138" y="4322650"/>
            <a:ext cx="51364" cy="91024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" name="Connector 1705"/>
          <p:cNvCxnSpPr/>
          <p:nvPr/>
        </p:nvCxnSpPr>
        <p:spPr>
          <a:xfrm>
            <a:off x="10407193" y="3925213"/>
            <a:ext cx="65070" cy="6390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7" name="Connector 1706"/>
          <p:cNvCxnSpPr/>
          <p:nvPr/>
        </p:nvCxnSpPr>
        <p:spPr>
          <a:xfrm>
            <a:off x="10472263" y="3989113"/>
            <a:ext cx="69908" cy="9858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8" name="Connector 1707"/>
          <p:cNvCxnSpPr/>
          <p:nvPr/>
        </p:nvCxnSpPr>
        <p:spPr>
          <a:xfrm>
            <a:off x="10542171" y="4087694"/>
            <a:ext cx="51824" cy="74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9" name="Connector 1708"/>
          <p:cNvCxnSpPr/>
          <p:nvPr/>
        </p:nvCxnSpPr>
        <p:spPr>
          <a:xfrm flipV="1">
            <a:off x="10091157" y="3915023"/>
            <a:ext cx="89664" cy="5145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0" name="Connector 1709"/>
          <p:cNvCxnSpPr/>
          <p:nvPr/>
        </p:nvCxnSpPr>
        <p:spPr>
          <a:xfrm>
            <a:off x="10180821" y="3915023"/>
            <a:ext cx="122902" cy="8832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1" name="Connector 1710"/>
          <p:cNvCxnSpPr/>
          <p:nvPr/>
        </p:nvCxnSpPr>
        <p:spPr>
          <a:xfrm>
            <a:off x="10303723" y="3923855"/>
            <a:ext cx="103470" cy="135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2" name="Connector 1711"/>
          <p:cNvCxnSpPr/>
          <p:nvPr/>
        </p:nvCxnSpPr>
        <p:spPr>
          <a:xfrm flipV="1">
            <a:off x="9898604" y="4087797"/>
            <a:ext cx="52702" cy="7441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3" name="Connector 1712"/>
          <p:cNvCxnSpPr/>
          <p:nvPr/>
        </p:nvCxnSpPr>
        <p:spPr>
          <a:xfrm flipV="1">
            <a:off x="9951306" y="4000936"/>
            <a:ext cx="79693" cy="8686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4" name="Connector 1713"/>
          <p:cNvCxnSpPr/>
          <p:nvPr/>
        </p:nvCxnSpPr>
        <p:spPr>
          <a:xfrm flipV="1">
            <a:off x="10030999" y="3920168"/>
            <a:ext cx="60158" cy="80768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5" name="Connector 1714"/>
          <p:cNvCxnSpPr/>
          <p:nvPr/>
        </p:nvCxnSpPr>
        <p:spPr>
          <a:xfrm flipH="1" flipV="1">
            <a:off x="10022368" y="4834601"/>
            <a:ext cx="62953" cy="71671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6" name="Connector 1715"/>
          <p:cNvCxnSpPr/>
          <p:nvPr/>
        </p:nvCxnSpPr>
        <p:spPr>
          <a:xfrm flipH="1" flipV="1">
            <a:off x="9969513" y="4732761"/>
            <a:ext cx="52855" cy="101840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7" name="Connector 1716"/>
          <p:cNvCxnSpPr/>
          <p:nvPr/>
        </p:nvCxnSpPr>
        <p:spPr>
          <a:xfrm flipH="1" flipV="1">
            <a:off x="9898604" y="4658868"/>
            <a:ext cx="70909" cy="7389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8" name="Connector 1717"/>
          <p:cNvCxnSpPr/>
          <p:nvPr/>
        </p:nvCxnSpPr>
        <p:spPr>
          <a:xfrm flipH="1">
            <a:off x="10557197" y="4658868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9" name="Connector 1718"/>
          <p:cNvCxnSpPr/>
          <p:nvPr/>
        </p:nvCxnSpPr>
        <p:spPr>
          <a:xfrm flipH="1">
            <a:off x="10463502" y="4732463"/>
            <a:ext cx="93695" cy="8689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0" name="Connector 1719"/>
          <p:cNvCxnSpPr/>
          <p:nvPr/>
        </p:nvCxnSpPr>
        <p:spPr>
          <a:xfrm flipH="1">
            <a:off x="10412138" y="4819358"/>
            <a:ext cx="51364" cy="9102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1" name="Connector 1720"/>
          <p:cNvCxnSpPr/>
          <p:nvPr/>
        </p:nvCxnSpPr>
        <p:spPr>
          <a:xfrm>
            <a:off x="10412138" y="4413674"/>
            <a:ext cx="59862" cy="71586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2" name="Connector 1721"/>
          <p:cNvCxnSpPr/>
          <p:nvPr/>
        </p:nvCxnSpPr>
        <p:spPr>
          <a:xfrm>
            <a:off x="10472000" y="4485260"/>
            <a:ext cx="70171" cy="9914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3" name="Connector 1722"/>
          <p:cNvCxnSpPr/>
          <p:nvPr/>
        </p:nvCxnSpPr>
        <p:spPr>
          <a:xfrm>
            <a:off x="10542171" y="4584403"/>
            <a:ext cx="51824" cy="74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4" name="Connector 1723"/>
          <p:cNvCxnSpPr/>
          <p:nvPr/>
        </p:nvCxnSpPr>
        <p:spPr>
          <a:xfrm flipV="1">
            <a:off x="9898604" y="4584395"/>
            <a:ext cx="52767" cy="74473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5" name="Connector 1724"/>
          <p:cNvCxnSpPr/>
          <p:nvPr/>
        </p:nvCxnSpPr>
        <p:spPr>
          <a:xfrm flipV="1">
            <a:off x="9951371" y="4497045"/>
            <a:ext cx="79796" cy="87350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6" name="Connector 1725"/>
          <p:cNvCxnSpPr/>
          <p:nvPr/>
        </p:nvCxnSpPr>
        <p:spPr>
          <a:xfrm flipV="1">
            <a:off x="10031167" y="4409564"/>
            <a:ext cx="54154" cy="87481"/>
          </a:xfrm>
          <a:prstGeom prst="line">
            <a:avLst/>
          </a:prstGeom>
          <a:ln w="15875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7" name="Connector 1726"/>
          <p:cNvCxnSpPr/>
          <p:nvPr/>
        </p:nvCxnSpPr>
        <p:spPr>
          <a:xfrm flipH="1" flipV="1">
            <a:off x="10022158" y="5330816"/>
            <a:ext cx="67575" cy="6496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8" name="Connector 1727"/>
          <p:cNvCxnSpPr/>
          <p:nvPr/>
        </p:nvCxnSpPr>
        <p:spPr>
          <a:xfrm flipH="1" flipV="1">
            <a:off x="9969453" y="5229335"/>
            <a:ext cx="52705" cy="101481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9" name="Connector 1728"/>
          <p:cNvCxnSpPr/>
          <p:nvPr/>
        </p:nvCxnSpPr>
        <p:spPr>
          <a:xfrm flipH="1" flipV="1">
            <a:off x="9898603" y="5155522"/>
            <a:ext cx="70850" cy="7381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nector 1729"/>
          <p:cNvCxnSpPr/>
          <p:nvPr/>
        </p:nvCxnSpPr>
        <p:spPr>
          <a:xfrm flipH="1">
            <a:off x="10312095" y="5396661"/>
            <a:ext cx="90061" cy="60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1" name="Connector 1730"/>
          <p:cNvCxnSpPr/>
          <p:nvPr/>
        </p:nvCxnSpPr>
        <p:spPr>
          <a:xfrm flipH="1" flipV="1">
            <a:off x="10189698" y="5393986"/>
            <a:ext cx="122397" cy="8718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2" name="Connector 1731"/>
          <p:cNvCxnSpPr/>
          <p:nvPr/>
        </p:nvCxnSpPr>
        <p:spPr>
          <a:xfrm flipH="1">
            <a:off x="10089733" y="5393986"/>
            <a:ext cx="99965" cy="179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3" name="Connector 1732"/>
          <p:cNvCxnSpPr/>
          <p:nvPr/>
        </p:nvCxnSpPr>
        <p:spPr>
          <a:xfrm flipH="1">
            <a:off x="10557197" y="5155576"/>
            <a:ext cx="36798" cy="7359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4" name="Connector 1733"/>
          <p:cNvCxnSpPr/>
          <p:nvPr/>
        </p:nvCxnSpPr>
        <p:spPr>
          <a:xfrm flipH="1">
            <a:off x="10463634" y="5229171"/>
            <a:ext cx="93563" cy="8607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5" name="Connector 1734"/>
          <p:cNvCxnSpPr/>
          <p:nvPr/>
        </p:nvCxnSpPr>
        <p:spPr>
          <a:xfrm flipH="1">
            <a:off x="10402156" y="5315246"/>
            <a:ext cx="61478" cy="8141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6" name="Connector 1735"/>
          <p:cNvCxnSpPr/>
          <p:nvPr/>
        </p:nvCxnSpPr>
        <p:spPr>
          <a:xfrm>
            <a:off x="10412138" y="4910383"/>
            <a:ext cx="59862" cy="71585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7" name="Connector 1736"/>
          <p:cNvCxnSpPr/>
          <p:nvPr/>
        </p:nvCxnSpPr>
        <p:spPr>
          <a:xfrm>
            <a:off x="10472000" y="4981968"/>
            <a:ext cx="70171" cy="99143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8" name="Connector 1737"/>
          <p:cNvCxnSpPr/>
          <p:nvPr/>
        </p:nvCxnSpPr>
        <p:spPr>
          <a:xfrm>
            <a:off x="10542171" y="5081111"/>
            <a:ext cx="51824" cy="74465"/>
          </a:xfrm>
          <a:prstGeom prst="line">
            <a:avLst/>
          </a:prstGeom>
          <a:ln w="7112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9" name="Connector 1738"/>
          <p:cNvCxnSpPr/>
          <p:nvPr/>
        </p:nvCxnSpPr>
        <p:spPr>
          <a:xfrm flipV="1">
            <a:off x="9898603" y="5081098"/>
            <a:ext cx="52771" cy="74424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0" name="Connector 1739"/>
          <p:cNvCxnSpPr/>
          <p:nvPr/>
        </p:nvCxnSpPr>
        <p:spPr>
          <a:xfrm flipV="1">
            <a:off x="9951374" y="4993752"/>
            <a:ext cx="79794" cy="87346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" name="Connector 1740"/>
          <p:cNvCxnSpPr/>
          <p:nvPr/>
        </p:nvCxnSpPr>
        <p:spPr>
          <a:xfrm flipV="1">
            <a:off x="10031168" y="4906272"/>
            <a:ext cx="54153" cy="87480"/>
          </a:xfrm>
          <a:prstGeom prst="line">
            <a:avLst/>
          </a:prstGeom>
          <a:ln w="10414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" name="Connector 1741"/>
          <p:cNvCxnSpPr/>
          <p:nvPr/>
        </p:nvCxnSpPr>
        <p:spPr>
          <a:xfrm>
            <a:off x="640080" y="5833872"/>
            <a:ext cx="10927080" cy="0"/>
          </a:xfrm>
          <a:prstGeom prst="line">
            <a:avLst/>
          </a:prstGeom>
          <a:ln w="889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" name="TextBox 1742"/>
          <p:cNvSpPr txBox="1"/>
          <p:nvPr/>
        </p:nvSpPr>
        <p:spPr>
          <a:xfrm>
            <a:off x="713232" y="5943600"/>
            <a:ext cx="2267712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>
                <a:solidFill>
                  <a:srgbClr val="6A7A8A"/>
                </a:solidFill>
                <a:latin typeface="Microsoft YaHei"/>
              </a:rPr>
              <a:t>灰：低于阈值</a:t>
            </a:r>
          </a:p>
        </p:txBody>
      </p:sp>
      <p:sp>
        <p:nvSpPr>
          <p:cNvPr id="1744" name="TextBox 1743"/>
          <p:cNvSpPr txBox="1"/>
          <p:nvPr/>
        </p:nvSpPr>
        <p:spPr>
          <a:xfrm>
            <a:off x="3163824" y="5943600"/>
            <a:ext cx="16459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>
                <a:solidFill>
                  <a:srgbClr val="2D73B2"/>
                </a:solidFill>
                <a:latin typeface="Microsoft YaHei"/>
              </a:rPr>
              <a:t>蓝：招募</a:t>
            </a:r>
          </a:p>
        </p:txBody>
      </p:sp>
      <p:sp>
        <p:nvSpPr>
          <p:cNvPr id="1745" name="TextBox 1744"/>
          <p:cNvSpPr txBox="1"/>
          <p:nvPr/>
        </p:nvSpPr>
        <p:spPr>
          <a:xfrm>
            <a:off x="4864608" y="5943600"/>
            <a:ext cx="3182112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>
                <a:solidFill>
                  <a:srgbClr val="D6732C"/>
                </a:solidFill>
                <a:latin typeface="Microsoft YaHei"/>
              </a:rPr>
              <a:t>橙：双端贯通分量</a:t>
            </a:r>
          </a:p>
        </p:txBody>
      </p:sp>
      <p:sp>
        <p:nvSpPr>
          <p:cNvPr id="1746" name="TextBox 1745"/>
          <p:cNvSpPr txBox="1"/>
          <p:nvPr/>
        </p:nvSpPr>
        <p:spPr>
          <a:xfrm>
            <a:off x="8247888" y="5943600"/>
            <a:ext cx="331012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1C2B40"/>
                </a:solidFill>
                <a:latin typeface="Microsoft YaHei"/>
              </a:rPr>
              <a:t>首次贯通：x 1.16；y 1.38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1115568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C2B40"/>
                </a:solidFill>
                <a:latin typeface="Microsoft YaHei"/>
              </a:rPr>
              <a:t>等长度连续路线干预：早期规则没有稳定优势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" y="813816"/>
            <a:ext cx="11256264" cy="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488" y="6492240"/>
            <a:ext cx="10881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Microsoft YaHei"/>
              </a:rPr>
              <a:t>24 个加载配置＝4 拓扑×3 基结构×2 方向；x/y 共享基结构。反力为简化模型原始末帧反力比。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A7A8A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96926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每种拓扑六个加载配置的平均末帧反力 / 原图反力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33172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50" b="1">
                <a:solidFill>
                  <a:srgbClr val="1C2B40"/>
                </a:solidFill>
                <a:latin typeface="Microsoft YaHei"/>
              </a:rPr>
              <a:t>方形  删除 4.17%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1837944"/>
            <a:ext cx="6492239" cy="0"/>
          </a:xfrm>
          <a:prstGeom prst="line">
            <a:avLst/>
          </a:prstGeom>
          <a:ln w="6604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875520" y="1719072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2D73B2"/>
                </a:solidFill>
                <a:latin typeface="Microsoft YaHei"/>
              </a:rPr>
              <a:t>1.000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002536"/>
            <a:ext cx="6492239" cy="0"/>
          </a:xfrm>
          <a:prstGeom prst="line">
            <a:avLst/>
          </a:prstGeom>
          <a:ln w="66040">
            <a:solidFill>
              <a:srgbClr val="6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875520" y="1883664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1.000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2167128"/>
            <a:ext cx="6483137" cy="0"/>
          </a:xfrm>
          <a:prstGeom prst="line">
            <a:avLst/>
          </a:prstGeom>
          <a:ln w="6604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0" y="204825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D6732C"/>
                </a:solidFill>
                <a:latin typeface="Microsoft YaHei"/>
              </a:rPr>
              <a:t>0.999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331720"/>
            <a:ext cx="5139672" cy="0"/>
          </a:xfrm>
          <a:prstGeom prst="line">
            <a:avLst/>
          </a:prstGeom>
          <a:ln w="6604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75520" y="2212848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1C2B40"/>
                </a:solidFill>
                <a:latin typeface="Microsoft YaHei"/>
              </a:rPr>
              <a:t>0.792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487168"/>
            <a:ext cx="10698480" cy="0"/>
          </a:xfrm>
          <a:prstGeom prst="line">
            <a:avLst/>
          </a:prstGeom>
          <a:ln w="635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596896"/>
            <a:ext cx="233172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50" b="1">
                <a:solidFill>
                  <a:srgbClr val="1C2B40"/>
                </a:solidFill>
                <a:latin typeface="Microsoft YaHei"/>
              </a:rPr>
              <a:t>六边形  删除 2.14%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46120" y="2953512"/>
            <a:ext cx="6492215" cy="0"/>
          </a:xfrm>
          <a:prstGeom prst="line">
            <a:avLst/>
          </a:prstGeom>
          <a:ln w="6604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75520" y="2834640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2D73B2"/>
                </a:solidFill>
                <a:latin typeface="Microsoft YaHei"/>
              </a:rPr>
              <a:t>1.000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46120" y="3118104"/>
            <a:ext cx="6492194" cy="0"/>
          </a:xfrm>
          <a:prstGeom prst="line">
            <a:avLst/>
          </a:prstGeom>
          <a:ln w="66040">
            <a:solidFill>
              <a:srgbClr val="6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5520" y="2999232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1.000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282696"/>
            <a:ext cx="6487522" cy="0"/>
          </a:xfrm>
          <a:prstGeom prst="line">
            <a:avLst/>
          </a:prstGeom>
          <a:ln w="6604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75520" y="3163824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D6732C"/>
                </a:solidFill>
                <a:latin typeface="Microsoft YaHei"/>
              </a:rPr>
              <a:t>0.999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6120" y="3447288"/>
            <a:ext cx="6313089" cy="0"/>
          </a:xfrm>
          <a:prstGeom prst="line">
            <a:avLst/>
          </a:prstGeom>
          <a:ln w="6604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875520" y="33284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1C2B40"/>
                </a:solidFill>
                <a:latin typeface="Microsoft YaHei"/>
              </a:rPr>
              <a:t>0.972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3602736"/>
            <a:ext cx="10698480" cy="0"/>
          </a:xfrm>
          <a:prstGeom prst="line">
            <a:avLst/>
          </a:prstGeom>
          <a:ln w="635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3712464"/>
            <a:ext cx="233172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50" b="1">
                <a:solidFill>
                  <a:srgbClr val="1C2B40"/>
                </a:solidFill>
                <a:latin typeface="Microsoft YaHei"/>
              </a:rPr>
              <a:t>圆环  删除 2.22%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46120" y="4069080"/>
            <a:ext cx="6492239" cy="0"/>
          </a:xfrm>
          <a:prstGeom prst="line">
            <a:avLst/>
          </a:prstGeom>
          <a:ln w="6604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875520" y="3950208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2D73B2"/>
                </a:solidFill>
                <a:latin typeface="Microsoft YaHei"/>
              </a:rPr>
              <a:t>1.000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46120" y="4233672"/>
            <a:ext cx="6492239" cy="0"/>
          </a:xfrm>
          <a:prstGeom prst="line">
            <a:avLst/>
          </a:prstGeom>
          <a:ln w="66040">
            <a:solidFill>
              <a:srgbClr val="6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75520" y="4114800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1.000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4398264"/>
            <a:ext cx="6131559" cy="0"/>
          </a:xfrm>
          <a:prstGeom prst="line">
            <a:avLst/>
          </a:prstGeom>
          <a:ln w="6604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75520" y="4279392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D6732C"/>
                </a:solidFill>
                <a:latin typeface="Microsoft YaHei"/>
              </a:rPr>
              <a:t>0.944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46120" y="4562856"/>
            <a:ext cx="5506321" cy="0"/>
          </a:xfrm>
          <a:prstGeom prst="line">
            <a:avLst/>
          </a:prstGeom>
          <a:ln w="6604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875520" y="4443984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1C2B40"/>
                </a:solidFill>
                <a:latin typeface="Microsoft YaHei"/>
              </a:rPr>
              <a:t>0.848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4718304"/>
            <a:ext cx="10698480" cy="0"/>
          </a:xfrm>
          <a:prstGeom prst="line">
            <a:avLst/>
          </a:prstGeom>
          <a:ln w="635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4828032"/>
            <a:ext cx="233172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50" b="1">
                <a:solidFill>
                  <a:srgbClr val="1C2B40"/>
                </a:solidFill>
                <a:latin typeface="Microsoft YaHei"/>
              </a:rPr>
              <a:t>笼目  删除 1.00%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46120" y="5184648"/>
            <a:ext cx="6492031" cy="0"/>
          </a:xfrm>
          <a:prstGeom prst="line">
            <a:avLst/>
          </a:prstGeom>
          <a:ln w="6604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875520" y="506577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2D73B2"/>
                </a:solidFill>
                <a:latin typeface="Microsoft YaHei"/>
              </a:rPr>
              <a:t>1.000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5349240"/>
            <a:ext cx="6492239" cy="0"/>
          </a:xfrm>
          <a:prstGeom prst="line">
            <a:avLst/>
          </a:prstGeom>
          <a:ln w="66040">
            <a:solidFill>
              <a:srgbClr val="6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75520" y="5230368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1.000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46120" y="5513832"/>
            <a:ext cx="6492170" cy="0"/>
          </a:xfrm>
          <a:prstGeom prst="line">
            <a:avLst/>
          </a:prstGeom>
          <a:ln w="6604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75520" y="5394960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D6732C"/>
                </a:solidFill>
                <a:latin typeface="Microsoft YaHei"/>
              </a:rPr>
              <a:t>1.000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46120" y="5678424"/>
            <a:ext cx="5683122" cy="0"/>
          </a:xfrm>
          <a:prstGeom prst="line">
            <a:avLst/>
          </a:prstGeom>
          <a:ln w="6604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75520" y="5559552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1C2B40"/>
                </a:solidFill>
                <a:latin typeface="Microsoft YaHei"/>
              </a:rPr>
              <a:t>0.875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5833872"/>
            <a:ext cx="10698480" cy="0"/>
          </a:xfrm>
          <a:prstGeom prst="line">
            <a:avLst/>
          </a:prstGeom>
          <a:ln w="635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6656" y="6080760"/>
            <a:ext cx="320039" cy="0"/>
          </a:xfrm>
          <a:prstGeom prst="line">
            <a:avLst/>
          </a:prstGeom>
          <a:ln w="6604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88136" y="5934456"/>
            <a:ext cx="216712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2D73B2"/>
                </a:solidFill>
                <a:latin typeface="Microsoft YaHei"/>
              </a:rPr>
              <a:t>早期低应变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355848" y="6080760"/>
            <a:ext cx="320039" cy="0"/>
          </a:xfrm>
          <a:prstGeom prst="line">
            <a:avLst/>
          </a:prstGeom>
          <a:ln w="66040">
            <a:solidFill>
              <a:srgbClr val="6A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767328" y="5934456"/>
            <a:ext cx="216712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A7A8A"/>
                </a:solidFill>
                <a:latin typeface="Microsoft YaHei"/>
              </a:rPr>
              <a:t>静态几何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35040" y="6080760"/>
            <a:ext cx="320040" cy="0"/>
          </a:xfrm>
          <a:prstGeom prst="line">
            <a:avLst/>
          </a:prstGeom>
          <a:ln w="6604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46520" y="5934456"/>
            <a:ext cx="216712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D6732C"/>
                </a:solidFill>
                <a:latin typeface="Microsoft YaHei"/>
              </a:rPr>
              <a:t>固定随机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14232" y="6080760"/>
            <a:ext cx="320040" cy="0"/>
          </a:xfrm>
          <a:prstGeom prst="line">
            <a:avLst/>
          </a:prstGeom>
          <a:ln w="6604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125712" y="5934456"/>
            <a:ext cx="216712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C2B40"/>
                </a:solidFill>
                <a:latin typeface="Microsoft YaHei"/>
              </a:rPr>
              <a:t>高后期应变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1115568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C2B40"/>
                </a:solidFill>
                <a:latin typeface="Microsoft YaHei"/>
              </a:rPr>
              <a:t>同图同夹持删环复核：反力保持依赖力学模型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5488" y="813816"/>
            <a:ext cx="11256264" cy="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488" y="6492240"/>
            <a:ext cx="10881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Microsoft YaHei"/>
              </a:rPr>
              <a:t>线性梁 FEM 与简化模型共同拉伸至 1.08；候选源自简化模型 1.40 轨迹。模拟结果，不是材料实验。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A7A8A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14984"/>
            <a:ext cx="108813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Microsoft YaHei"/>
              </a:rPr>
              <a:t>早期低应变单环删除后的末帧原始反力 / 各自未删图反力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61518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方形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0976" y="4601201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491473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0976" y="3574714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464986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548226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438498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1.0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80744" y="2548226"/>
            <a:ext cx="1426464" cy="188355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47825" y="2515307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74289" y="2703663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380744" y="2548226"/>
            <a:ext cx="1426464" cy="115442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347825" y="2515307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774289" y="2630750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380744" y="2548226"/>
            <a:ext cx="1426464" cy="251869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347825" y="2515307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74289" y="2767177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380744" y="2548226"/>
            <a:ext cx="1426464" cy="152803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1347825" y="2515307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774289" y="2668111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380744" y="2548226"/>
            <a:ext cx="1426464" cy="5277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347825" y="2515307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74289" y="2520585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380744" y="2548226"/>
            <a:ext cx="1426464" cy="2946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1347825" y="2515307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2774289" y="2518253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1901952"/>
            <a:ext cx="261518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20" b="1">
                <a:solidFill>
                  <a:srgbClr val="2D73B2"/>
                </a:solidFill>
                <a:latin typeface="Microsoft YaHei"/>
              </a:rPr>
              <a:t>1.000 → 0.988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5522976"/>
            <a:ext cx="102412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简化模型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7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梁 FEM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1572768"/>
            <a:ext cx="261518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六边形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85615" y="4601201"/>
            <a:ext cx="2157985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74720" y="4491473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85615" y="3574714"/>
            <a:ext cx="2157985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74720" y="3464986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85615" y="2548226"/>
            <a:ext cx="2157985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74720" y="2438498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1.0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15383" y="2548226"/>
            <a:ext cx="1426465" cy="328947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182465" y="2515307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08929" y="2844254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215383" y="2548226"/>
            <a:ext cx="1426465" cy="689031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iamond 45"/>
          <p:cNvSpPr/>
          <p:nvPr/>
        </p:nvSpPr>
        <p:spPr>
          <a:xfrm>
            <a:off x="4182465" y="2515307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5608929" y="3204338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215383" y="2548227"/>
            <a:ext cx="1426465" cy="397510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182465" y="2515308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08929" y="2912818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215383" y="2548226"/>
            <a:ext cx="1426465" cy="612633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4182465" y="2515307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iamond 52"/>
          <p:cNvSpPr/>
          <p:nvPr/>
        </p:nvSpPr>
        <p:spPr>
          <a:xfrm>
            <a:off x="5608929" y="3127941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215383" y="2548373"/>
            <a:ext cx="1426465" cy="28094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182465" y="2515454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08929" y="2796395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215383" y="2548226"/>
            <a:ext cx="1426465" cy="765653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4182465" y="2515307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5608929" y="3280960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1901952"/>
            <a:ext cx="261518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20" b="1">
                <a:solidFill>
                  <a:srgbClr val="2D73B2"/>
                </a:solidFill>
                <a:latin typeface="Microsoft YaHei"/>
              </a:rPr>
              <a:t>1.000 → 0.950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67911" y="5522976"/>
            <a:ext cx="102412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简化模型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67527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梁 FEM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1572768"/>
            <a:ext cx="261518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圆环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620256" y="4601201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309360" y="4491473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0.8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20256" y="3574714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309360" y="3464986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0.9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620256" y="2548226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309360" y="2438498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1.0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050024" y="2548226"/>
            <a:ext cx="1426464" cy="488977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017105" y="2515307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443569" y="3004285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7050024" y="2548226"/>
            <a:ext cx="1426464" cy="488268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iamond 73"/>
          <p:cNvSpPr/>
          <p:nvPr/>
        </p:nvSpPr>
        <p:spPr>
          <a:xfrm>
            <a:off x="7017105" y="2515307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iamond 74"/>
          <p:cNvSpPr/>
          <p:nvPr/>
        </p:nvSpPr>
        <p:spPr>
          <a:xfrm>
            <a:off x="8443569" y="3003575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050024" y="2548226"/>
            <a:ext cx="1426464" cy="558378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017105" y="2515307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443569" y="3073685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050024" y="2548226"/>
            <a:ext cx="1426464" cy="557630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iamond 79"/>
          <p:cNvSpPr/>
          <p:nvPr/>
        </p:nvSpPr>
        <p:spPr>
          <a:xfrm>
            <a:off x="7017105" y="2515307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amond 80"/>
          <p:cNvSpPr/>
          <p:nvPr/>
        </p:nvSpPr>
        <p:spPr>
          <a:xfrm>
            <a:off x="8443569" y="3072937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7050024" y="2548226"/>
            <a:ext cx="1426464" cy="463990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017105" y="2515307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443569" y="2979298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7050024" y="2548226"/>
            <a:ext cx="1426464" cy="464017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Diamond 85"/>
          <p:cNvSpPr/>
          <p:nvPr/>
        </p:nvSpPr>
        <p:spPr>
          <a:xfrm>
            <a:off x="7017105" y="2515307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8443569" y="2979325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9360" y="1901952"/>
            <a:ext cx="261518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20" b="1">
                <a:solidFill>
                  <a:srgbClr val="2D73B2"/>
                </a:solidFill>
                <a:latin typeface="Microsoft YaHei"/>
              </a:rPr>
              <a:t>1.000 → 0.951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02552" y="5522976"/>
            <a:ext cx="102412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简化模型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02168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梁 FEM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1572768"/>
            <a:ext cx="261518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C2B40"/>
                </a:solidFill>
                <a:latin typeface="Microsoft YaHei"/>
              </a:rPr>
              <a:t>笼目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454896" y="4601201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144000" y="4491473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0.8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454896" y="3574714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144000" y="3464986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0.9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454896" y="2548226"/>
            <a:ext cx="2157984" cy="0"/>
          </a:xfrm>
          <a:prstGeom prst="line">
            <a:avLst/>
          </a:prstGeom>
          <a:ln w="762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144000" y="2438498"/>
            <a:ext cx="292608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Microsoft YaHei"/>
              </a:rPr>
              <a:t>1.0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884664" y="2548228"/>
            <a:ext cx="1426464" cy="1657700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9851745" y="2515310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278209" y="4173010"/>
            <a:ext cx="65836" cy="65836"/>
          </a:xfrm>
          <a:prstGeom prst="ellipse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9884664" y="2548829"/>
            <a:ext cx="1426464" cy="1648480"/>
          </a:xfrm>
          <a:prstGeom prst="line">
            <a:avLst/>
          </a:prstGeom>
          <a:ln w="13970">
            <a:solidFill>
              <a:srgbClr val="2D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Diamond 101"/>
          <p:cNvSpPr/>
          <p:nvPr/>
        </p:nvSpPr>
        <p:spPr>
          <a:xfrm>
            <a:off x="9851745" y="2515911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iamond 102"/>
          <p:cNvSpPr/>
          <p:nvPr/>
        </p:nvSpPr>
        <p:spPr>
          <a:xfrm>
            <a:off x="11278209" y="4164391"/>
            <a:ext cx="65836" cy="65836"/>
          </a:xfrm>
          <a:prstGeom prst="diamond">
            <a:avLst/>
          </a:prstGeom>
          <a:solidFill>
            <a:srgbClr val="2D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9884664" y="2548227"/>
            <a:ext cx="1426464" cy="1678072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9851745" y="2515309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278209" y="4193380"/>
            <a:ext cx="65836" cy="65836"/>
          </a:xfrm>
          <a:prstGeom prst="ellipse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9884664" y="2548808"/>
            <a:ext cx="1426464" cy="1663556"/>
          </a:xfrm>
          <a:prstGeom prst="line">
            <a:avLst/>
          </a:prstGeom>
          <a:ln w="13970">
            <a:solidFill>
              <a:srgbClr val="D67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Diamond 107"/>
          <p:cNvSpPr/>
          <p:nvPr/>
        </p:nvSpPr>
        <p:spPr>
          <a:xfrm>
            <a:off x="9851745" y="2515889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iamond 108"/>
          <p:cNvSpPr/>
          <p:nvPr/>
        </p:nvSpPr>
        <p:spPr>
          <a:xfrm>
            <a:off x="11278209" y="4179446"/>
            <a:ext cx="65836" cy="65836"/>
          </a:xfrm>
          <a:prstGeom prst="diamond">
            <a:avLst/>
          </a:prstGeom>
          <a:solidFill>
            <a:srgbClr val="D6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9884664" y="2548819"/>
            <a:ext cx="1426464" cy="1547369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851745" y="2515901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278209" y="4063270"/>
            <a:ext cx="65836" cy="65836"/>
          </a:xfrm>
          <a:prstGeom prst="ellipse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9884664" y="2548228"/>
            <a:ext cx="1426464" cy="1540682"/>
          </a:xfrm>
          <a:prstGeom prst="line">
            <a:avLst/>
          </a:prstGeom>
          <a:ln w="13970">
            <a:solidFill>
              <a:srgbClr val="1C2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Diamond 113"/>
          <p:cNvSpPr/>
          <p:nvPr/>
        </p:nvSpPr>
        <p:spPr>
          <a:xfrm>
            <a:off x="9851745" y="2515310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iamond 114"/>
          <p:cNvSpPr/>
          <p:nvPr/>
        </p:nvSpPr>
        <p:spPr>
          <a:xfrm>
            <a:off x="11278209" y="4055992"/>
            <a:ext cx="65836" cy="65836"/>
          </a:xfrm>
          <a:prstGeom prst="diamond">
            <a:avLst/>
          </a:prstGeom>
          <a:solidFill>
            <a:srgbClr val="1C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44000" y="1901952"/>
            <a:ext cx="2615184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20" b="1">
                <a:solidFill>
                  <a:srgbClr val="2D73B2"/>
                </a:solidFill>
                <a:latin typeface="Microsoft YaHei"/>
              </a:rPr>
              <a:t>1.000 → 0.842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37192" y="5522976"/>
            <a:ext cx="102412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简化模型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036808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Microsoft YaHei"/>
              </a:rPr>
              <a:t>梁 FEM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76656" y="5907024"/>
            <a:ext cx="10771632" cy="0"/>
          </a:xfrm>
          <a:prstGeom prst="line">
            <a:avLst/>
          </a:prstGeom>
          <a:ln w="8890">
            <a:solidFill>
              <a:srgbClr val="C2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94944" y="597103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>
                <a:solidFill>
                  <a:srgbClr val="6A7A8A"/>
                </a:solidFill>
                <a:latin typeface="Microsoft YaHei"/>
              </a:rPr>
              <a:t>颜色为几何种子 11 / 23 / 41；圆点为 x，菱形为 y。每对方向共享一个基结构。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